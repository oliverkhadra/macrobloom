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89" d="100"/>
          <a:sy n="89" d="100"/>
        </p:scale>
        <p:origin x="17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exk\Desktop\MacroBloom\Code\Data\Useless\Returns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dirty="0"/>
              <a:t>Beta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Old Portfolio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Beta</c:v>
                </c:pt>
              </c:strCache>
            </c:strRef>
          </c:cat>
          <c:val>
            <c:numRef>
              <c:f>Sheet1!$B$2</c:f>
              <c:numCache>
                <c:formatCode>0.00%</c:formatCode>
                <c:ptCount val="1"/>
                <c:pt idx="0">
                  <c:v>0.28789999999999999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A8-45F0-9F5A-6F141F599D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Portfolio2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Beta</c:v>
                </c:pt>
              </c:strCache>
            </c:strRef>
          </c:cat>
          <c:val>
            <c:numRef>
              <c:f>Sheet1!$C$2</c:f>
              <c:numCache>
                <c:formatCode>0.00%</c:formatCode>
                <c:ptCount val="1"/>
                <c:pt idx="0">
                  <c:v>0.3281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A8-45F0-9F5A-6F141F599D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064255"/>
        <c:axId val="162071935"/>
      </c:barChart>
      <c:catAx>
        <c:axId val="162064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071935"/>
        <c:crosses val="autoZero"/>
        <c:auto val="1"/>
        <c:lblAlgn val="ctr"/>
        <c:lblOffset val="100"/>
        <c:noMultiLvlLbl val="0"/>
      </c:catAx>
      <c:valAx>
        <c:axId val="1620719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06425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dirty="0"/>
              <a:t>Dividend Yield</a:t>
            </a:r>
          </a:p>
        </c:rich>
      </c:tx>
      <c:layout>
        <c:manualLayout>
          <c:xMode val="edge"/>
          <c:yMode val="edge"/>
          <c:x val="0.26769422572178475"/>
          <c:y val="2.69939626438779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Old Portfolio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Dividend Yield</c:v>
                </c:pt>
              </c:strCache>
            </c:strRef>
          </c:cat>
          <c:val>
            <c:numRef>
              <c:f>Sheet1!$B$2</c:f>
              <c:numCache>
                <c:formatCode>0.00%</c:formatCode>
                <c:ptCount val="1"/>
                <c:pt idx="0">
                  <c:v>2.7900000000000001E-2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EA-4343-9098-78BB78529C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Portfolio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Dividend Yield</c:v>
                </c:pt>
              </c:strCache>
            </c:strRef>
          </c:cat>
          <c:val>
            <c:numRef>
              <c:f>Sheet1!$C$2</c:f>
              <c:numCache>
                <c:formatCode>0.00%</c:formatCode>
                <c:ptCount val="1"/>
                <c:pt idx="0">
                  <c:v>2.6100000000000002E-2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EA-4343-9098-78BB78529C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068095"/>
        <c:axId val="162074815"/>
      </c:barChart>
      <c:catAx>
        <c:axId val="162068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074815"/>
        <c:crosses val="autoZero"/>
        <c:auto val="1"/>
        <c:lblAlgn val="ctr"/>
        <c:lblOffset val="100"/>
        <c:noMultiLvlLbl val="0"/>
      </c:catAx>
      <c:valAx>
        <c:axId val="162074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06809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dirty="0"/>
              <a:t>P/E</a:t>
            </a:r>
          </a:p>
        </c:rich>
      </c:tx>
      <c:layout>
        <c:manualLayout>
          <c:xMode val="edge"/>
          <c:yMode val="edge"/>
          <c:x val="0.52981346519701344"/>
          <c:y val="4.24191684426488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Old Portfolio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Price to Earning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19.940000000000001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31-4569-BBBE-5509C12272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Portfolio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Price to Earning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31-4569-BBBE-5509C122724E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069055"/>
        <c:axId val="162070975"/>
      </c:barChart>
      <c:catAx>
        <c:axId val="162069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070975"/>
        <c:crosses val="autoZero"/>
        <c:auto val="1"/>
        <c:lblAlgn val="ctr"/>
        <c:lblOffset val="100"/>
        <c:noMultiLvlLbl val="0"/>
      </c:catAx>
      <c:valAx>
        <c:axId val="162070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06905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dirty="0"/>
              <a:t>Environmental Score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Old Portfolio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531.57000000000005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C6-44DE-919A-8E641B1AB5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Portfolio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710.2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C6-44DE-919A-8E641B1AB5A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876723391"/>
        <c:axId val="1876715231"/>
      </c:barChart>
      <c:catAx>
        <c:axId val="187672339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76715231"/>
        <c:crosses val="autoZero"/>
        <c:auto val="1"/>
        <c:lblAlgn val="ctr"/>
        <c:lblOffset val="100"/>
        <c:noMultiLvlLbl val="0"/>
      </c:catAx>
      <c:valAx>
        <c:axId val="18767152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67233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/>
              <a:t>Returns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Returns!$B$1</c:f>
              <c:strCache>
                <c:ptCount val="1"/>
                <c:pt idx="0">
                  <c:v>old_cum_return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Returns!$A$2:$A$1260</c:f>
              <c:numCache>
                <c:formatCode>m/d/yyyy</c:formatCode>
                <c:ptCount val="1259"/>
                <c:pt idx="0">
                  <c:v>41313</c:v>
                </c:pt>
                <c:pt idx="1">
                  <c:v>41316</c:v>
                </c:pt>
                <c:pt idx="2">
                  <c:v>41317</c:v>
                </c:pt>
                <c:pt idx="3">
                  <c:v>41318</c:v>
                </c:pt>
                <c:pt idx="4">
                  <c:v>41319</c:v>
                </c:pt>
                <c:pt idx="5">
                  <c:v>41320</c:v>
                </c:pt>
                <c:pt idx="6">
                  <c:v>41324</c:v>
                </c:pt>
                <c:pt idx="7">
                  <c:v>41325</c:v>
                </c:pt>
                <c:pt idx="8">
                  <c:v>41326</c:v>
                </c:pt>
                <c:pt idx="9">
                  <c:v>41327</c:v>
                </c:pt>
                <c:pt idx="10">
                  <c:v>41330</c:v>
                </c:pt>
                <c:pt idx="11">
                  <c:v>41331</c:v>
                </c:pt>
                <c:pt idx="12">
                  <c:v>41332</c:v>
                </c:pt>
                <c:pt idx="13">
                  <c:v>41333</c:v>
                </c:pt>
                <c:pt idx="14">
                  <c:v>41334</c:v>
                </c:pt>
                <c:pt idx="15">
                  <c:v>41337</c:v>
                </c:pt>
                <c:pt idx="16">
                  <c:v>41338</c:v>
                </c:pt>
                <c:pt idx="17">
                  <c:v>41339</c:v>
                </c:pt>
                <c:pt idx="18">
                  <c:v>41340</c:v>
                </c:pt>
                <c:pt idx="19">
                  <c:v>41341</c:v>
                </c:pt>
                <c:pt idx="20">
                  <c:v>41344</c:v>
                </c:pt>
                <c:pt idx="21">
                  <c:v>41345</c:v>
                </c:pt>
                <c:pt idx="22">
                  <c:v>41346</c:v>
                </c:pt>
                <c:pt idx="23">
                  <c:v>41347</c:v>
                </c:pt>
                <c:pt idx="24">
                  <c:v>41348</c:v>
                </c:pt>
                <c:pt idx="25">
                  <c:v>41351</c:v>
                </c:pt>
                <c:pt idx="26">
                  <c:v>41352</c:v>
                </c:pt>
                <c:pt idx="27">
                  <c:v>41353</c:v>
                </c:pt>
                <c:pt idx="28">
                  <c:v>41354</c:v>
                </c:pt>
                <c:pt idx="29">
                  <c:v>41355</c:v>
                </c:pt>
                <c:pt idx="30">
                  <c:v>41358</c:v>
                </c:pt>
                <c:pt idx="31">
                  <c:v>41359</c:v>
                </c:pt>
                <c:pt idx="32">
                  <c:v>41360</c:v>
                </c:pt>
                <c:pt idx="33">
                  <c:v>41361</c:v>
                </c:pt>
                <c:pt idx="34">
                  <c:v>41365</c:v>
                </c:pt>
                <c:pt idx="35">
                  <c:v>41366</c:v>
                </c:pt>
                <c:pt idx="36">
                  <c:v>41367</c:v>
                </c:pt>
                <c:pt idx="37">
                  <c:v>41368</c:v>
                </c:pt>
                <c:pt idx="38">
                  <c:v>41369</c:v>
                </c:pt>
                <c:pt idx="39">
                  <c:v>41372</c:v>
                </c:pt>
                <c:pt idx="40">
                  <c:v>41373</c:v>
                </c:pt>
                <c:pt idx="41">
                  <c:v>41374</c:v>
                </c:pt>
                <c:pt idx="42">
                  <c:v>41375</c:v>
                </c:pt>
                <c:pt idx="43">
                  <c:v>41376</c:v>
                </c:pt>
                <c:pt idx="44">
                  <c:v>41379</c:v>
                </c:pt>
                <c:pt idx="45">
                  <c:v>41380</c:v>
                </c:pt>
                <c:pt idx="46">
                  <c:v>41381</c:v>
                </c:pt>
                <c:pt idx="47">
                  <c:v>41382</c:v>
                </c:pt>
                <c:pt idx="48">
                  <c:v>41383</c:v>
                </c:pt>
                <c:pt idx="49">
                  <c:v>41386</c:v>
                </c:pt>
                <c:pt idx="50">
                  <c:v>41387</c:v>
                </c:pt>
                <c:pt idx="51">
                  <c:v>41388</c:v>
                </c:pt>
                <c:pt idx="52">
                  <c:v>41389</c:v>
                </c:pt>
                <c:pt idx="53">
                  <c:v>41390</c:v>
                </c:pt>
                <c:pt idx="54">
                  <c:v>41393</c:v>
                </c:pt>
                <c:pt idx="55">
                  <c:v>41394</c:v>
                </c:pt>
                <c:pt idx="56">
                  <c:v>41395</c:v>
                </c:pt>
                <c:pt idx="57">
                  <c:v>41396</c:v>
                </c:pt>
                <c:pt idx="58">
                  <c:v>41397</c:v>
                </c:pt>
                <c:pt idx="59">
                  <c:v>41400</c:v>
                </c:pt>
                <c:pt idx="60">
                  <c:v>41401</c:v>
                </c:pt>
                <c:pt idx="61">
                  <c:v>41402</c:v>
                </c:pt>
                <c:pt idx="62">
                  <c:v>41403</c:v>
                </c:pt>
                <c:pt idx="63">
                  <c:v>41404</c:v>
                </c:pt>
                <c:pt idx="64">
                  <c:v>41407</c:v>
                </c:pt>
                <c:pt idx="65">
                  <c:v>41408</c:v>
                </c:pt>
                <c:pt idx="66">
                  <c:v>41409</c:v>
                </c:pt>
                <c:pt idx="67">
                  <c:v>41410</c:v>
                </c:pt>
                <c:pt idx="68">
                  <c:v>41411</c:v>
                </c:pt>
                <c:pt idx="69">
                  <c:v>41414</c:v>
                </c:pt>
                <c:pt idx="70">
                  <c:v>41415</c:v>
                </c:pt>
                <c:pt idx="71">
                  <c:v>41416</c:v>
                </c:pt>
                <c:pt idx="72">
                  <c:v>41417</c:v>
                </c:pt>
                <c:pt idx="73">
                  <c:v>41418</c:v>
                </c:pt>
                <c:pt idx="74">
                  <c:v>41422</c:v>
                </c:pt>
                <c:pt idx="75">
                  <c:v>41423</c:v>
                </c:pt>
                <c:pt idx="76">
                  <c:v>41424</c:v>
                </c:pt>
                <c:pt idx="77">
                  <c:v>41425</c:v>
                </c:pt>
                <c:pt idx="78">
                  <c:v>41428</c:v>
                </c:pt>
                <c:pt idx="79">
                  <c:v>41429</c:v>
                </c:pt>
                <c:pt idx="80">
                  <c:v>41430</c:v>
                </c:pt>
                <c:pt idx="81">
                  <c:v>41431</c:v>
                </c:pt>
                <c:pt idx="82">
                  <c:v>41432</c:v>
                </c:pt>
                <c:pt idx="83">
                  <c:v>41435</c:v>
                </c:pt>
                <c:pt idx="84">
                  <c:v>41436</c:v>
                </c:pt>
                <c:pt idx="85">
                  <c:v>41437</c:v>
                </c:pt>
                <c:pt idx="86">
                  <c:v>41438</c:v>
                </c:pt>
                <c:pt idx="87">
                  <c:v>41439</c:v>
                </c:pt>
                <c:pt idx="88">
                  <c:v>41442</c:v>
                </c:pt>
                <c:pt idx="89">
                  <c:v>41443</c:v>
                </c:pt>
                <c:pt idx="90">
                  <c:v>41444</c:v>
                </c:pt>
                <c:pt idx="91">
                  <c:v>41445</c:v>
                </c:pt>
                <c:pt idx="92">
                  <c:v>41446</c:v>
                </c:pt>
                <c:pt idx="93">
                  <c:v>41449</c:v>
                </c:pt>
                <c:pt idx="94">
                  <c:v>41450</c:v>
                </c:pt>
                <c:pt idx="95">
                  <c:v>41451</c:v>
                </c:pt>
                <c:pt idx="96">
                  <c:v>41452</c:v>
                </c:pt>
                <c:pt idx="97">
                  <c:v>41453</c:v>
                </c:pt>
                <c:pt idx="98">
                  <c:v>41456</c:v>
                </c:pt>
                <c:pt idx="99">
                  <c:v>41457</c:v>
                </c:pt>
                <c:pt idx="100">
                  <c:v>41458</c:v>
                </c:pt>
                <c:pt idx="101">
                  <c:v>41460</c:v>
                </c:pt>
                <c:pt idx="102">
                  <c:v>41463</c:v>
                </c:pt>
                <c:pt idx="103">
                  <c:v>41464</c:v>
                </c:pt>
                <c:pt idx="104">
                  <c:v>41465</c:v>
                </c:pt>
                <c:pt idx="105">
                  <c:v>41466</c:v>
                </c:pt>
                <c:pt idx="106">
                  <c:v>41467</c:v>
                </c:pt>
                <c:pt idx="107">
                  <c:v>41470</c:v>
                </c:pt>
                <c:pt idx="108">
                  <c:v>41471</c:v>
                </c:pt>
                <c:pt idx="109">
                  <c:v>41472</c:v>
                </c:pt>
                <c:pt idx="110">
                  <c:v>41473</c:v>
                </c:pt>
                <c:pt idx="111">
                  <c:v>41474</c:v>
                </c:pt>
                <c:pt idx="112">
                  <c:v>41477</c:v>
                </c:pt>
                <c:pt idx="113">
                  <c:v>41478</c:v>
                </c:pt>
                <c:pt idx="114">
                  <c:v>41479</c:v>
                </c:pt>
                <c:pt idx="115">
                  <c:v>41480</c:v>
                </c:pt>
                <c:pt idx="116">
                  <c:v>41481</c:v>
                </c:pt>
                <c:pt idx="117">
                  <c:v>41484</c:v>
                </c:pt>
                <c:pt idx="118">
                  <c:v>41485</c:v>
                </c:pt>
                <c:pt idx="119">
                  <c:v>41486</c:v>
                </c:pt>
                <c:pt idx="120">
                  <c:v>41487</c:v>
                </c:pt>
                <c:pt idx="121">
                  <c:v>41488</c:v>
                </c:pt>
                <c:pt idx="122">
                  <c:v>41491</c:v>
                </c:pt>
                <c:pt idx="123">
                  <c:v>41492</c:v>
                </c:pt>
                <c:pt idx="124">
                  <c:v>41493</c:v>
                </c:pt>
                <c:pt idx="125">
                  <c:v>41494</c:v>
                </c:pt>
                <c:pt idx="126">
                  <c:v>41495</c:v>
                </c:pt>
                <c:pt idx="127">
                  <c:v>41498</c:v>
                </c:pt>
                <c:pt idx="128">
                  <c:v>41499</c:v>
                </c:pt>
                <c:pt idx="129">
                  <c:v>41500</c:v>
                </c:pt>
                <c:pt idx="130">
                  <c:v>41501</c:v>
                </c:pt>
                <c:pt idx="131">
                  <c:v>41502</c:v>
                </c:pt>
                <c:pt idx="132">
                  <c:v>41505</c:v>
                </c:pt>
                <c:pt idx="133">
                  <c:v>41506</c:v>
                </c:pt>
                <c:pt idx="134">
                  <c:v>41507</c:v>
                </c:pt>
                <c:pt idx="135">
                  <c:v>41508</c:v>
                </c:pt>
                <c:pt idx="136">
                  <c:v>41509</c:v>
                </c:pt>
                <c:pt idx="137">
                  <c:v>41512</c:v>
                </c:pt>
                <c:pt idx="138">
                  <c:v>41513</c:v>
                </c:pt>
                <c:pt idx="139">
                  <c:v>41514</c:v>
                </c:pt>
                <c:pt idx="140">
                  <c:v>41515</c:v>
                </c:pt>
                <c:pt idx="141">
                  <c:v>41516</c:v>
                </c:pt>
                <c:pt idx="142">
                  <c:v>41520</c:v>
                </c:pt>
                <c:pt idx="143">
                  <c:v>41521</c:v>
                </c:pt>
                <c:pt idx="144">
                  <c:v>41522</c:v>
                </c:pt>
                <c:pt idx="145">
                  <c:v>41523</c:v>
                </c:pt>
                <c:pt idx="146">
                  <c:v>41526</c:v>
                </c:pt>
                <c:pt idx="147">
                  <c:v>41527</c:v>
                </c:pt>
                <c:pt idx="148">
                  <c:v>41528</c:v>
                </c:pt>
                <c:pt idx="149">
                  <c:v>41529</c:v>
                </c:pt>
                <c:pt idx="150">
                  <c:v>41530</c:v>
                </c:pt>
                <c:pt idx="151">
                  <c:v>41533</c:v>
                </c:pt>
                <c:pt idx="152">
                  <c:v>41534</c:v>
                </c:pt>
                <c:pt idx="153">
                  <c:v>41535</c:v>
                </c:pt>
                <c:pt idx="154">
                  <c:v>41536</c:v>
                </c:pt>
                <c:pt idx="155">
                  <c:v>41537</c:v>
                </c:pt>
                <c:pt idx="156">
                  <c:v>41540</c:v>
                </c:pt>
                <c:pt idx="157">
                  <c:v>41541</c:v>
                </c:pt>
                <c:pt idx="158">
                  <c:v>41542</c:v>
                </c:pt>
                <c:pt idx="159">
                  <c:v>41543</c:v>
                </c:pt>
                <c:pt idx="160">
                  <c:v>41544</c:v>
                </c:pt>
                <c:pt idx="161">
                  <c:v>41547</c:v>
                </c:pt>
                <c:pt idx="162">
                  <c:v>41548</c:v>
                </c:pt>
                <c:pt idx="163">
                  <c:v>41549</c:v>
                </c:pt>
                <c:pt idx="164">
                  <c:v>41550</c:v>
                </c:pt>
                <c:pt idx="165">
                  <c:v>41551</c:v>
                </c:pt>
                <c:pt idx="166">
                  <c:v>41554</c:v>
                </c:pt>
                <c:pt idx="167">
                  <c:v>41555</c:v>
                </c:pt>
                <c:pt idx="168">
                  <c:v>41556</c:v>
                </c:pt>
                <c:pt idx="169">
                  <c:v>41557</c:v>
                </c:pt>
                <c:pt idx="170">
                  <c:v>41558</c:v>
                </c:pt>
                <c:pt idx="171">
                  <c:v>41561</c:v>
                </c:pt>
                <c:pt idx="172">
                  <c:v>41562</c:v>
                </c:pt>
                <c:pt idx="173">
                  <c:v>41563</c:v>
                </c:pt>
                <c:pt idx="174">
                  <c:v>41564</c:v>
                </c:pt>
                <c:pt idx="175">
                  <c:v>41565</c:v>
                </c:pt>
                <c:pt idx="176">
                  <c:v>41568</c:v>
                </c:pt>
                <c:pt idx="177">
                  <c:v>41569</c:v>
                </c:pt>
                <c:pt idx="178">
                  <c:v>41570</c:v>
                </c:pt>
                <c:pt idx="179">
                  <c:v>41571</c:v>
                </c:pt>
                <c:pt idx="180">
                  <c:v>41572</c:v>
                </c:pt>
                <c:pt idx="181">
                  <c:v>41575</c:v>
                </c:pt>
                <c:pt idx="182">
                  <c:v>41576</c:v>
                </c:pt>
                <c:pt idx="183">
                  <c:v>41577</c:v>
                </c:pt>
                <c:pt idx="184">
                  <c:v>41578</c:v>
                </c:pt>
                <c:pt idx="185">
                  <c:v>41579</c:v>
                </c:pt>
                <c:pt idx="186">
                  <c:v>41582</c:v>
                </c:pt>
                <c:pt idx="187">
                  <c:v>41583</c:v>
                </c:pt>
                <c:pt idx="188">
                  <c:v>41584</c:v>
                </c:pt>
                <c:pt idx="189">
                  <c:v>41585</c:v>
                </c:pt>
                <c:pt idx="190">
                  <c:v>41586</c:v>
                </c:pt>
                <c:pt idx="191">
                  <c:v>41589</c:v>
                </c:pt>
                <c:pt idx="192">
                  <c:v>41590</c:v>
                </c:pt>
                <c:pt idx="193">
                  <c:v>41591</c:v>
                </c:pt>
                <c:pt idx="194">
                  <c:v>41592</c:v>
                </c:pt>
                <c:pt idx="195">
                  <c:v>41593</c:v>
                </c:pt>
                <c:pt idx="196">
                  <c:v>41596</c:v>
                </c:pt>
                <c:pt idx="197">
                  <c:v>41597</c:v>
                </c:pt>
                <c:pt idx="198">
                  <c:v>41598</c:v>
                </c:pt>
                <c:pt idx="199">
                  <c:v>41599</c:v>
                </c:pt>
                <c:pt idx="200">
                  <c:v>41600</c:v>
                </c:pt>
                <c:pt idx="201">
                  <c:v>41603</c:v>
                </c:pt>
                <c:pt idx="202">
                  <c:v>41604</c:v>
                </c:pt>
                <c:pt idx="203">
                  <c:v>41605</c:v>
                </c:pt>
                <c:pt idx="204">
                  <c:v>41607</c:v>
                </c:pt>
                <c:pt idx="205">
                  <c:v>41610</c:v>
                </c:pt>
                <c:pt idx="206">
                  <c:v>41611</c:v>
                </c:pt>
                <c:pt idx="207">
                  <c:v>41612</c:v>
                </c:pt>
                <c:pt idx="208">
                  <c:v>41613</c:v>
                </c:pt>
                <c:pt idx="209">
                  <c:v>41614</c:v>
                </c:pt>
                <c:pt idx="210">
                  <c:v>41617</c:v>
                </c:pt>
                <c:pt idx="211">
                  <c:v>41618</c:v>
                </c:pt>
                <c:pt idx="212">
                  <c:v>41619</c:v>
                </c:pt>
                <c:pt idx="213">
                  <c:v>41620</c:v>
                </c:pt>
                <c:pt idx="214">
                  <c:v>41621</c:v>
                </c:pt>
                <c:pt idx="215">
                  <c:v>41624</c:v>
                </c:pt>
                <c:pt idx="216">
                  <c:v>41625</c:v>
                </c:pt>
                <c:pt idx="217">
                  <c:v>41626</c:v>
                </c:pt>
                <c:pt idx="218">
                  <c:v>41627</c:v>
                </c:pt>
                <c:pt idx="219">
                  <c:v>41628</c:v>
                </c:pt>
                <c:pt idx="220">
                  <c:v>41631</c:v>
                </c:pt>
                <c:pt idx="221">
                  <c:v>41632</c:v>
                </c:pt>
                <c:pt idx="222">
                  <c:v>41634</c:v>
                </c:pt>
                <c:pt idx="223">
                  <c:v>41635</c:v>
                </c:pt>
                <c:pt idx="224">
                  <c:v>41638</c:v>
                </c:pt>
                <c:pt idx="225">
                  <c:v>41639</c:v>
                </c:pt>
                <c:pt idx="226">
                  <c:v>41641</c:v>
                </c:pt>
                <c:pt idx="227">
                  <c:v>41642</c:v>
                </c:pt>
                <c:pt idx="228">
                  <c:v>41645</c:v>
                </c:pt>
                <c:pt idx="229">
                  <c:v>41646</c:v>
                </c:pt>
                <c:pt idx="230">
                  <c:v>41647</c:v>
                </c:pt>
                <c:pt idx="231">
                  <c:v>41648</c:v>
                </c:pt>
                <c:pt idx="232">
                  <c:v>41649</c:v>
                </c:pt>
                <c:pt idx="233">
                  <c:v>41652</c:v>
                </c:pt>
                <c:pt idx="234">
                  <c:v>41653</c:v>
                </c:pt>
                <c:pt idx="235">
                  <c:v>41654</c:v>
                </c:pt>
                <c:pt idx="236">
                  <c:v>41655</c:v>
                </c:pt>
                <c:pt idx="237">
                  <c:v>41656</c:v>
                </c:pt>
                <c:pt idx="238">
                  <c:v>41660</c:v>
                </c:pt>
                <c:pt idx="239">
                  <c:v>41661</c:v>
                </c:pt>
                <c:pt idx="240">
                  <c:v>41662</c:v>
                </c:pt>
                <c:pt idx="241">
                  <c:v>41663</c:v>
                </c:pt>
                <c:pt idx="242">
                  <c:v>41666</c:v>
                </c:pt>
                <c:pt idx="243">
                  <c:v>41667</c:v>
                </c:pt>
                <c:pt idx="244">
                  <c:v>41668</c:v>
                </c:pt>
                <c:pt idx="245">
                  <c:v>41669</c:v>
                </c:pt>
                <c:pt idx="246">
                  <c:v>41670</c:v>
                </c:pt>
                <c:pt idx="247">
                  <c:v>41673</c:v>
                </c:pt>
                <c:pt idx="248">
                  <c:v>41674</c:v>
                </c:pt>
                <c:pt idx="249">
                  <c:v>41675</c:v>
                </c:pt>
                <c:pt idx="250">
                  <c:v>41676</c:v>
                </c:pt>
                <c:pt idx="251">
                  <c:v>41677</c:v>
                </c:pt>
                <c:pt idx="252">
                  <c:v>41680</c:v>
                </c:pt>
                <c:pt idx="253">
                  <c:v>41681</c:v>
                </c:pt>
                <c:pt idx="254">
                  <c:v>41682</c:v>
                </c:pt>
                <c:pt idx="255">
                  <c:v>41683</c:v>
                </c:pt>
                <c:pt idx="256">
                  <c:v>41684</c:v>
                </c:pt>
                <c:pt idx="257">
                  <c:v>41688</c:v>
                </c:pt>
                <c:pt idx="258">
                  <c:v>41689</c:v>
                </c:pt>
                <c:pt idx="259">
                  <c:v>41690</c:v>
                </c:pt>
                <c:pt idx="260">
                  <c:v>41691</c:v>
                </c:pt>
                <c:pt idx="261">
                  <c:v>41694</c:v>
                </c:pt>
                <c:pt idx="262">
                  <c:v>41695</c:v>
                </c:pt>
                <c:pt idx="263">
                  <c:v>41696</c:v>
                </c:pt>
                <c:pt idx="264">
                  <c:v>41697</c:v>
                </c:pt>
                <c:pt idx="265">
                  <c:v>41698</c:v>
                </c:pt>
                <c:pt idx="266">
                  <c:v>41701</c:v>
                </c:pt>
                <c:pt idx="267">
                  <c:v>41702</c:v>
                </c:pt>
                <c:pt idx="268">
                  <c:v>41703</c:v>
                </c:pt>
                <c:pt idx="269">
                  <c:v>41704</c:v>
                </c:pt>
                <c:pt idx="270">
                  <c:v>41705</c:v>
                </c:pt>
                <c:pt idx="271">
                  <c:v>41708</c:v>
                </c:pt>
                <c:pt idx="272">
                  <c:v>41709</c:v>
                </c:pt>
                <c:pt idx="273">
                  <c:v>41710</c:v>
                </c:pt>
                <c:pt idx="274">
                  <c:v>41711</c:v>
                </c:pt>
                <c:pt idx="275">
                  <c:v>41712</c:v>
                </c:pt>
                <c:pt idx="276">
                  <c:v>41715</c:v>
                </c:pt>
                <c:pt idx="277">
                  <c:v>41716</c:v>
                </c:pt>
                <c:pt idx="278">
                  <c:v>41717</c:v>
                </c:pt>
                <c:pt idx="279">
                  <c:v>41718</c:v>
                </c:pt>
                <c:pt idx="280">
                  <c:v>41719</c:v>
                </c:pt>
                <c:pt idx="281">
                  <c:v>41722</c:v>
                </c:pt>
                <c:pt idx="282">
                  <c:v>41723</c:v>
                </c:pt>
                <c:pt idx="283">
                  <c:v>41724</c:v>
                </c:pt>
                <c:pt idx="284">
                  <c:v>41725</c:v>
                </c:pt>
                <c:pt idx="285">
                  <c:v>41726</c:v>
                </c:pt>
                <c:pt idx="286">
                  <c:v>41729</c:v>
                </c:pt>
                <c:pt idx="287">
                  <c:v>41730</c:v>
                </c:pt>
                <c:pt idx="288">
                  <c:v>41731</c:v>
                </c:pt>
                <c:pt idx="289">
                  <c:v>41732</c:v>
                </c:pt>
                <c:pt idx="290">
                  <c:v>41733</c:v>
                </c:pt>
                <c:pt idx="291">
                  <c:v>41736</c:v>
                </c:pt>
                <c:pt idx="292">
                  <c:v>41737</c:v>
                </c:pt>
                <c:pt idx="293">
                  <c:v>41738</c:v>
                </c:pt>
                <c:pt idx="294">
                  <c:v>41739</c:v>
                </c:pt>
                <c:pt idx="295">
                  <c:v>41740</c:v>
                </c:pt>
                <c:pt idx="296">
                  <c:v>41743</c:v>
                </c:pt>
                <c:pt idx="297">
                  <c:v>41744</c:v>
                </c:pt>
                <c:pt idx="298">
                  <c:v>41745</c:v>
                </c:pt>
                <c:pt idx="299">
                  <c:v>41746</c:v>
                </c:pt>
                <c:pt idx="300">
                  <c:v>41750</c:v>
                </c:pt>
                <c:pt idx="301">
                  <c:v>41751</c:v>
                </c:pt>
                <c:pt idx="302">
                  <c:v>41752</c:v>
                </c:pt>
                <c:pt idx="303">
                  <c:v>41753</c:v>
                </c:pt>
                <c:pt idx="304">
                  <c:v>41754</c:v>
                </c:pt>
                <c:pt idx="305">
                  <c:v>41757</c:v>
                </c:pt>
                <c:pt idx="306">
                  <c:v>41758</c:v>
                </c:pt>
                <c:pt idx="307">
                  <c:v>41759</c:v>
                </c:pt>
                <c:pt idx="308">
                  <c:v>41760</c:v>
                </c:pt>
                <c:pt idx="309">
                  <c:v>41761</c:v>
                </c:pt>
                <c:pt idx="310">
                  <c:v>41764</c:v>
                </c:pt>
                <c:pt idx="311">
                  <c:v>41765</c:v>
                </c:pt>
                <c:pt idx="312">
                  <c:v>41766</c:v>
                </c:pt>
                <c:pt idx="313">
                  <c:v>41767</c:v>
                </c:pt>
                <c:pt idx="314">
                  <c:v>41768</c:v>
                </c:pt>
                <c:pt idx="315">
                  <c:v>41771</c:v>
                </c:pt>
                <c:pt idx="316">
                  <c:v>41772</c:v>
                </c:pt>
                <c:pt idx="317">
                  <c:v>41773</c:v>
                </c:pt>
                <c:pt idx="318">
                  <c:v>41774</c:v>
                </c:pt>
                <c:pt idx="319">
                  <c:v>41775</c:v>
                </c:pt>
                <c:pt idx="320">
                  <c:v>41778</c:v>
                </c:pt>
                <c:pt idx="321">
                  <c:v>41779</c:v>
                </c:pt>
                <c:pt idx="322">
                  <c:v>41780</c:v>
                </c:pt>
                <c:pt idx="323">
                  <c:v>41781</c:v>
                </c:pt>
                <c:pt idx="324">
                  <c:v>41782</c:v>
                </c:pt>
                <c:pt idx="325">
                  <c:v>41786</c:v>
                </c:pt>
                <c:pt idx="326">
                  <c:v>41787</c:v>
                </c:pt>
                <c:pt idx="327">
                  <c:v>41788</c:v>
                </c:pt>
                <c:pt idx="328">
                  <c:v>41789</c:v>
                </c:pt>
                <c:pt idx="329">
                  <c:v>41792</c:v>
                </c:pt>
                <c:pt idx="330">
                  <c:v>41793</c:v>
                </c:pt>
                <c:pt idx="331">
                  <c:v>41794</c:v>
                </c:pt>
                <c:pt idx="332">
                  <c:v>41795</c:v>
                </c:pt>
                <c:pt idx="333">
                  <c:v>41796</c:v>
                </c:pt>
                <c:pt idx="334">
                  <c:v>41799</c:v>
                </c:pt>
                <c:pt idx="335">
                  <c:v>41800</c:v>
                </c:pt>
                <c:pt idx="336">
                  <c:v>41801</c:v>
                </c:pt>
                <c:pt idx="337">
                  <c:v>41802</c:v>
                </c:pt>
                <c:pt idx="338">
                  <c:v>41803</c:v>
                </c:pt>
                <c:pt idx="339">
                  <c:v>41806</c:v>
                </c:pt>
                <c:pt idx="340">
                  <c:v>41807</c:v>
                </c:pt>
                <c:pt idx="341">
                  <c:v>41808</c:v>
                </c:pt>
                <c:pt idx="342">
                  <c:v>41809</c:v>
                </c:pt>
                <c:pt idx="343">
                  <c:v>41810</c:v>
                </c:pt>
                <c:pt idx="344">
                  <c:v>41813</c:v>
                </c:pt>
                <c:pt idx="345">
                  <c:v>41814</c:v>
                </c:pt>
                <c:pt idx="346">
                  <c:v>41815</c:v>
                </c:pt>
                <c:pt idx="347">
                  <c:v>41816</c:v>
                </c:pt>
                <c:pt idx="348">
                  <c:v>41817</c:v>
                </c:pt>
                <c:pt idx="349">
                  <c:v>41820</c:v>
                </c:pt>
                <c:pt idx="350">
                  <c:v>41821</c:v>
                </c:pt>
                <c:pt idx="351">
                  <c:v>41822</c:v>
                </c:pt>
                <c:pt idx="352">
                  <c:v>41823</c:v>
                </c:pt>
                <c:pt idx="353">
                  <c:v>41827</c:v>
                </c:pt>
                <c:pt idx="354">
                  <c:v>41828</c:v>
                </c:pt>
                <c:pt idx="355">
                  <c:v>41829</c:v>
                </c:pt>
                <c:pt idx="356">
                  <c:v>41830</c:v>
                </c:pt>
                <c:pt idx="357">
                  <c:v>41831</c:v>
                </c:pt>
                <c:pt idx="358">
                  <c:v>41834</c:v>
                </c:pt>
                <c:pt idx="359">
                  <c:v>41835</c:v>
                </c:pt>
                <c:pt idx="360">
                  <c:v>41836</c:v>
                </c:pt>
                <c:pt idx="361">
                  <c:v>41837</c:v>
                </c:pt>
                <c:pt idx="362">
                  <c:v>41838</c:v>
                </c:pt>
                <c:pt idx="363">
                  <c:v>41841</c:v>
                </c:pt>
                <c:pt idx="364">
                  <c:v>41842</c:v>
                </c:pt>
                <c:pt idx="365">
                  <c:v>41843</c:v>
                </c:pt>
                <c:pt idx="366">
                  <c:v>41844</c:v>
                </c:pt>
                <c:pt idx="367">
                  <c:v>41845</c:v>
                </c:pt>
                <c:pt idx="368">
                  <c:v>41848</c:v>
                </c:pt>
                <c:pt idx="369">
                  <c:v>41849</c:v>
                </c:pt>
                <c:pt idx="370">
                  <c:v>41850</c:v>
                </c:pt>
                <c:pt idx="371">
                  <c:v>41851</c:v>
                </c:pt>
                <c:pt idx="372">
                  <c:v>41852</c:v>
                </c:pt>
                <c:pt idx="373">
                  <c:v>41855</c:v>
                </c:pt>
                <c:pt idx="374">
                  <c:v>41856</c:v>
                </c:pt>
                <c:pt idx="375">
                  <c:v>41857</c:v>
                </c:pt>
                <c:pt idx="376">
                  <c:v>41858</c:v>
                </c:pt>
                <c:pt idx="377">
                  <c:v>41859</c:v>
                </c:pt>
                <c:pt idx="378">
                  <c:v>41862</c:v>
                </c:pt>
                <c:pt idx="379">
                  <c:v>41863</c:v>
                </c:pt>
                <c:pt idx="380">
                  <c:v>41864</c:v>
                </c:pt>
                <c:pt idx="381">
                  <c:v>41865</c:v>
                </c:pt>
                <c:pt idx="382">
                  <c:v>41866</c:v>
                </c:pt>
                <c:pt idx="383">
                  <c:v>41869</c:v>
                </c:pt>
                <c:pt idx="384">
                  <c:v>41870</c:v>
                </c:pt>
                <c:pt idx="385">
                  <c:v>41871</c:v>
                </c:pt>
                <c:pt idx="386">
                  <c:v>41872</c:v>
                </c:pt>
                <c:pt idx="387">
                  <c:v>41873</c:v>
                </c:pt>
                <c:pt idx="388">
                  <c:v>41876</c:v>
                </c:pt>
                <c:pt idx="389">
                  <c:v>41877</c:v>
                </c:pt>
                <c:pt idx="390">
                  <c:v>41878</c:v>
                </c:pt>
                <c:pt idx="391">
                  <c:v>41879</c:v>
                </c:pt>
                <c:pt idx="392">
                  <c:v>41880</c:v>
                </c:pt>
                <c:pt idx="393">
                  <c:v>41884</c:v>
                </c:pt>
                <c:pt idx="394">
                  <c:v>41885</c:v>
                </c:pt>
                <c:pt idx="395">
                  <c:v>41886</c:v>
                </c:pt>
                <c:pt idx="396">
                  <c:v>41887</c:v>
                </c:pt>
                <c:pt idx="397">
                  <c:v>41890</c:v>
                </c:pt>
                <c:pt idx="398">
                  <c:v>41891</c:v>
                </c:pt>
                <c:pt idx="399">
                  <c:v>41892</c:v>
                </c:pt>
                <c:pt idx="400">
                  <c:v>41893</c:v>
                </c:pt>
                <c:pt idx="401">
                  <c:v>41894</c:v>
                </c:pt>
                <c:pt idx="402">
                  <c:v>41897</c:v>
                </c:pt>
                <c:pt idx="403">
                  <c:v>41898</c:v>
                </c:pt>
                <c:pt idx="404">
                  <c:v>41899</c:v>
                </c:pt>
                <c:pt idx="405">
                  <c:v>41900</c:v>
                </c:pt>
                <c:pt idx="406">
                  <c:v>41901</c:v>
                </c:pt>
                <c:pt idx="407">
                  <c:v>41904</c:v>
                </c:pt>
                <c:pt idx="408">
                  <c:v>41905</c:v>
                </c:pt>
                <c:pt idx="409">
                  <c:v>41906</c:v>
                </c:pt>
                <c:pt idx="410">
                  <c:v>41907</c:v>
                </c:pt>
                <c:pt idx="411">
                  <c:v>41908</c:v>
                </c:pt>
                <c:pt idx="412">
                  <c:v>41911</c:v>
                </c:pt>
                <c:pt idx="413">
                  <c:v>41912</c:v>
                </c:pt>
                <c:pt idx="414">
                  <c:v>41913</c:v>
                </c:pt>
                <c:pt idx="415">
                  <c:v>41914</c:v>
                </c:pt>
                <c:pt idx="416">
                  <c:v>41915</c:v>
                </c:pt>
                <c:pt idx="417">
                  <c:v>41918</c:v>
                </c:pt>
                <c:pt idx="418">
                  <c:v>41919</c:v>
                </c:pt>
                <c:pt idx="419">
                  <c:v>41920</c:v>
                </c:pt>
                <c:pt idx="420">
                  <c:v>41921</c:v>
                </c:pt>
                <c:pt idx="421">
                  <c:v>41922</c:v>
                </c:pt>
                <c:pt idx="422">
                  <c:v>41925</c:v>
                </c:pt>
                <c:pt idx="423">
                  <c:v>41926</c:v>
                </c:pt>
                <c:pt idx="424">
                  <c:v>41927</c:v>
                </c:pt>
                <c:pt idx="425">
                  <c:v>41928</c:v>
                </c:pt>
                <c:pt idx="426">
                  <c:v>41929</c:v>
                </c:pt>
                <c:pt idx="427">
                  <c:v>41932</c:v>
                </c:pt>
                <c:pt idx="428">
                  <c:v>41933</c:v>
                </c:pt>
                <c:pt idx="429">
                  <c:v>41934</c:v>
                </c:pt>
                <c:pt idx="430">
                  <c:v>41935</c:v>
                </c:pt>
                <c:pt idx="431">
                  <c:v>41936</c:v>
                </c:pt>
                <c:pt idx="432">
                  <c:v>41939</c:v>
                </c:pt>
                <c:pt idx="433">
                  <c:v>41940</c:v>
                </c:pt>
                <c:pt idx="434">
                  <c:v>41941</c:v>
                </c:pt>
                <c:pt idx="435">
                  <c:v>41942</c:v>
                </c:pt>
                <c:pt idx="436">
                  <c:v>41943</c:v>
                </c:pt>
                <c:pt idx="437">
                  <c:v>41946</c:v>
                </c:pt>
                <c:pt idx="438">
                  <c:v>41947</c:v>
                </c:pt>
                <c:pt idx="439">
                  <c:v>41948</c:v>
                </c:pt>
                <c:pt idx="440">
                  <c:v>41949</c:v>
                </c:pt>
                <c:pt idx="441">
                  <c:v>41950</c:v>
                </c:pt>
                <c:pt idx="442">
                  <c:v>41953</c:v>
                </c:pt>
                <c:pt idx="443">
                  <c:v>41954</c:v>
                </c:pt>
                <c:pt idx="444">
                  <c:v>41955</c:v>
                </c:pt>
                <c:pt idx="445">
                  <c:v>41956</c:v>
                </c:pt>
                <c:pt idx="446">
                  <c:v>41957</c:v>
                </c:pt>
                <c:pt idx="447">
                  <c:v>41960</c:v>
                </c:pt>
                <c:pt idx="448">
                  <c:v>41961</c:v>
                </c:pt>
                <c:pt idx="449">
                  <c:v>41962</c:v>
                </c:pt>
                <c:pt idx="450">
                  <c:v>41963</c:v>
                </c:pt>
                <c:pt idx="451">
                  <c:v>41964</c:v>
                </c:pt>
                <c:pt idx="452">
                  <c:v>41967</c:v>
                </c:pt>
                <c:pt idx="453">
                  <c:v>41968</c:v>
                </c:pt>
                <c:pt idx="454">
                  <c:v>41969</c:v>
                </c:pt>
                <c:pt idx="455">
                  <c:v>41971</c:v>
                </c:pt>
                <c:pt idx="456">
                  <c:v>41974</c:v>
                </c:pt>
                <c:pt idx="457">
                  <c:v>41975</c:v>
                </c:pt>
                <c:pt idx="458">
                  <c:v>41976</c:v>
                </c:pt>
                <c:pt idx="459">
                  <c:v>41977</c:v>
                </c:pt>
                <c:pt idx="460">
                  <c:v>41978</c:v>
                </c:pt>
                <c:pt idx="461">
                  <c:v>41981</c:v>
                </c:pt>
                <c:pt idx="462">
                  <c:v>41982</c:v>
                </c:pt>
                <c:pt idx="463">
                  <c:v>41983</c:v>
                </c:pt>
                <c:pt idx="464">
                  <c:v>41984</c:v>
                </c:pt>
                <c:pt idx="465">
                  <c:v>41985</c:v>
                </c:pt>
                <c:pt idx="466">
                  <c:v>41988</c:v>
                </c:pt>
                <c:pt idx="467">
                  <c:v>41989</c:v>
                </c:pt>
                <c:pt idx="468">
                  <c:v>41990</c:v>
                </c:pt>
                <c:pt idx="469">
                  <c:v>41991</c:v>
                </c:pt>
                <c:pt idx="470">
                  <c:v>41992</c:v>
                </c:pt>
                <c:pt idx="471">
                  <c:v>41995</c:v>
                </c:pt>
                <c:pt idx="472">
                  <c:v>41996</c:v>
                </c:pt>
                <c:pt idx="473">
                  <c:v>41997</c:v>
                </c:pt>
                <c:pt idx="474">
                  <c:v>41999</c:v>
                </c:pt>
                <c:pt idx="475">
                  <c:v>42002</c:v>
                </c:pt>
                <c:pt idx="476">
                  <c:v>42003</c:v>
                </c:pt>
                <c:pt idx="477">
                  <c:v>42004</c:v>
                </c:pt>
                <c:pt idx="478">
                  <c:v>42006</c:v>
                </c:pt>
                <c:pt idx="479">
                  <c:v>42009</c:v>
                </c:pt>
                <c:pt idx="480">
                  <c:v>42010</c:v>
                </c:pt>
                <c:pt idx="481">
                  <c:v>42011</c:v>
                </c:pt>
                <c:pt idx="482">
                  <c:v>42012</c:v>
                </c:pt>
                <c:pt idx="483">
                  <c:v>42013</c:v>
                </c:pt>
                <c:pt idx="484">
                  <c:v>42016</c:v>
                </c:pt>
                <c:pt idx="485">
                  <c:v>42017</c:v>
                </c:pt>
                <c:pt idx="486">
                  <c:v>42018</c:v>
                </c:pt>
                <c:pt idx="487">
                  <c:v>42019</c:v>
                </c:pt>
                <c:pt idx="488">
                  <c:v>42020</c:v>
                </c:pt>
                <c:pt idx="489">
                  <c:v>42024</c:v>
                </c:pt>
                <c:pt idx="490">
                  <c:v>42025</c:v>
                </c:pt>
                <c:pt idx="491">
                  <c:v>42026</c:v>
                </c:pt>
                <c:pt idx="492">
                  <c:v>42027</c:v>
                </c:pt>
                <c:pt idx="493">
                  <c:v>42030</c:v>
                </c:pt>
                <c:pt idx="494">
                  <c:v>42031</c:v>
                </c:pt>
                <c:pt idx="495">
                  <c:v>42032</c:v>
                </c:pt>
                <c:pt idx="496">
                  <c:v>42033</c:v>
                </c:pt>
                <c:pt idx="497">
                  <c:v>42034</c:v>
                </c:pt>
                <c:pt idx="498">
                  <c:v>42037</c:v>
                </c:pt>
                <c:pt idx="499">
                  <c:v>42038</c:v>
                </c:pt>
                <c:pt idx="500">
                  <c:v>42039</c:v>
                </c:pt>
                <c:pt idx="501">
                  <c:v>42040</c:v>
                </c:pt>
                <c:pt idx="502">
                  <c:v>42041</c:v>
                </c:pt>
                <c:pt idx="503">
                  <c:v>42044</c:v>
                </c:pt>
                <c:pt idx="504">
                  <c:v>42045</c:v>
                </c:pt>
                <c:pt idx="505">
                  <c:v>42046</c:v>
                </c:pt>
                <c:pt idx="506">
                  <c:v>42047</c:v>
                </c:pt>
                <c:pt idx="507">
                  <c:v>42048</c:v>
                </c:pt>
                <c:pt idx="508">
                  <c:v>42052</c:v>
                </c:pt>
                <c:pt idx="509">
                  <c:v>42053</c:v>
                </c:pt>
                <c:pt idx="510">
                  <c:v>42054</c:v>
                </c:pt>
                <c:pt idx="511">
                  <c:v>42055</c:v>
                </c:pt>
                <c:pt idx="512">
                  <c:v>42058</c:v>
                </c:pt>
                <c:pt idx="513">
                  <c:v>42059</c:v>
                </c:pt>
                <c:pt idx="514">
                  <c:v>42060</c:v>
                </c:pt>
                <c:pt idx="515">
                  <c:v>42061</c:v>
                </c:pt>
                <c:pt idx="516">
                  <c:v>42062</c:v>
                </c:pt>
                <c:pt idx="517">
                  <c:v>42065</c:v>
                </c:pt>
                <c:pt idx="518">
                  <c:v>42066</c:v>
                </c:pt>
                <c:pt idx="519">
                  <c:v>42067</c:v>
                </c:pt>
                <c:pt idx="520">
                  <c:v>42068</c:v>
                </c:pt>
                <c:pt idx="521">
                  <c:v>42069</c:v>
                </c:pt>
                <c:pt idx="522">
                  <c:v>42072</c:v>
                </c:pt>
                <c:pt idx="523">
                  <c:v>42073</c:v>
                </c:pt>
                <c:pt idx="524">
                  <c:v>42074</c:v>
                </c:pt>
                <c:pt idx="525">
                  <c:v>42075</c:v>
                </c:pt>
                <c:pt idx="526">
                  <c:v>42076</c:v>
                </c:pt>
                <c:pt idx="527">
                  <c:v>42079</c:v>
                </c:pt>
                <c:pt idx="528">
                  <c:v>42080</c:v>
                </c:pt>
                <c:pt idx="529">
                  <c:v>42081</c:v>
                </c:pt>
                <c:pt idx="530">
                  <c:v>42082</c:v>
                </c:pt>
                <c:pt idx="531">
                  <c:v>42083</c:v>
                </c:pt>
                <c:pt idx="532">
                  <c:v>42086</c:v>
                </c:pt>
                <c:pt idx="533">
                  <c:v>42087</c:v>
                </c:pt>
                <c:pt idx="534">
                  <c:v>42088</c:v>
                </c:pt>
                <c:pt idx="535">
                  <c:v>42089</c:v>
                </c:pt>
                <c:pt idx="536">
                  <c:v>42090</c:v>
                </c:pt>
                <c:pt idx="537">
                  <c:v>42093</c:v>
                </c:pt>
                <c:pt idx="538">
                  <c:v>42094</c:v>
                </c:pt>
                <c:pt idx="539">
                  <c:v>42095</c:v>
                </c:pt>
                <c:pt idx="540">
                  <c:v>42096</c:v>
                </c:pt>
                <c:pt idx="541">
                  <c:v>42100</c:v>
                </c:pt>
                <c:pt idx="542">
                  <c:v>42101</c:v>
                </c:pt>
                <c:pt idx="543">
                  <c:v>42102</c:v>
                </c:pt>
                <c:pt idx="544">
                  <c:v>42103</c:v>
                </c:pt>
                <c:pt idx="545">
                  <c:v>42104</c:v>
                </c:pt>
                <c:pt idx="546">
                  <c:v>42107</c:v>
                </c:pt>
                <c:pt idx="547">
                  <c:v>42108</c:v>
                </c:pt>
                <c:pt idx="548">
                  <c:v>42109</c:v>
                </c:pt>
                <c:pt idx="549">
                  <c:v>42110</c:v>
                </c:pt>
                <c:pt idx="550">
                  <c:v>42111</c:v>
                </c:pt>
                <c:pt idx="551">
                  <c:v>42114</c:v>
                </c:pt>
                <c:pt idx="552">
                  <c:v>42115</c:v>
                </c:pt>
                <c:pt idx="553">
                  <c:v>42116</c:v>
                </c:pt>
                <c:pt idx="554">
                  <c:v>42117</c:v>
                </c:pt>
                <c:pt idx="555">
                  <c:v>42118</c:v>
                </c:pt>
                <c:pt idx="556">
                  <c:v>42121</c:v>
                </c:pt>
                <c:pt idx="557">
                  <c:v>42122</c:v>
                </c:pt>
                <c:pt idx="558">
                  <c:v>42123</c:v>
                </c:pt>
                <c:pt idx="559">
                  <c:v>42124</c:v>
                </c:pt>
                <c:pt idx="560">
                  <c:v>42125</c:v>
                </c:pt>
                <c:pt idx="561">
                  <c:v>42128</c:v>
                </c:pt>
                <c:pt idx="562">
                  <c:v>42129</c:v>
                </c:pt>
                <c:pt idx="563">
                  <c:v>42130</c:v>
                </c:pt>
                <c:pt idx="564">
                  <c:v>42131</c:v>
                </c:pt>
                <c:pt idx="565">
                  <c:v>42132</c:v>
                </c:pt>
                <c:pt idx="566">
                  <c:v>42135</c:v>
                </c:pt>
                <c:pt idx="567">
                  <c:v>42136</c:v>
                </c:pt>
                <c:pt idx="568">
                  <c:v>42137</c:v>
                </c:pt>
                <c:pt idx="569">
                  <c:v>42138</c:v>
                </c:pt>
                <c:pt idx="570">
                  <c:v>42139</c:v>
                </c:pt>
                <c:pt idx="571">
                  <c:v>42142</c:v>
                </c:pt>
                <c:pt idx="572">
                  <c:v>42143</c:v>
                </c:pt>
                <c:pt idx="573">
                  <c:v>42144</c:v>
                </c:pt>
                <c:pt idx="574">
                  <c:v>42145</c:v>
                </c:pt>
                <c:pt idx="575">
                  <c:v>42146</c:v>
                </c:pt>
                <c:pt idx="576">
                  <c:v>42150</c:v>
                </c:pt>
                <c:pt idx="577">
                  <c:v>42151</c:v>
                </c:pt>
                <c:pt idx="578">
                  <c:v>42152</c:v>
                </c:pt>
                <c:pt idx="579">
                  <c:v>42153</c:v>
                </c:pt>
                <c:pt idx="580">
                  <c:v>42156</c:v>
                </c:pt>
                <c:pt idx="581">
                  <c:v>42157</c:v>
                </c:pt>
                <c:pt idx="582">
                  <c:v>42158</c:v>
                </c:pt>
                <c:pt idx="583">
                  <c:v>42159</c:v>
                </c:pt>
                <c:pt idx="584">
                  <c:v>42160</c:v>
                </c:pt>
                <c:pt idx="585">
                  <c:v>42163</c:v>
                </c:pt>
                <c:pt idx="586">
                  <c:v>42164</c:v>
                </c:pt>
                <c:pt idx="587">
                  <c:v>42165</c:v>
                </c:pt>
                <c:pt idx="588">
                  <c:v>42166</c:v>
                </c:pt>
                <c:pt idx="589">
                  <c:v>42167</c:v>
                </c:pt>
                <c:pt idx="590">
                  <c:v>42170</c:v>
                </c:pt>
                <c:pt idx="591">
                  <c:v>42171</c:v>
                </c:pt>
                <c:pt idx="592">
                  <c:v>42172</c:v>
                </c:pt>
                <c:pt idx="593">
                  <c:v>42173</c:v>
                </c:pt>
                <c:pt idx="594">
                  <c:v>42174</c:v>
                </c:pt>
                <c:pt idx="595">
                  <c:v>42177</c:v>
                </c:pt>
                <c:pt idx="596">
                  <c:v>42178</c:v>
                </c:pt>
                <c:pt idx="597">
                  <c:v>42179</c:v>
                </c:pt>
                <c:pt idx="598">
                  <c:v>42180</c:v>
                </c:pt>
                <c:pt idx="599">
                  <c:v>42181</c:v>
                </c:pt>
                <c:pt idx="600">
                  <c:v>42184</c:v>
                </c:pt>
                <c:pt idx="601">
                  <c:v>42185</c:v>
                </c:pt>
                <c:pt idx="602">
                  <c:v>42186</c:v>
                </c:pt>
                <c:pt idx="603">
                  <c:v>42187</c:v>
                </c:pt>
                <c:pt idx="604">
                  <c:v>42191</c:v>
                </c:pt>
                <c:pt idx="605">
                  <c:v>42192</c:v>
                </c:pt>
                <c:pt idx="606">
                  <c:v>42193</c:v>
                </c:pt>
                <c:pt idx="607">
                  <c:v>42194</c:v>
                </c:pt>
                <c:pt idx="608">
                  <c:v>42195</c:v>
                </c:pt>
                <c:pt idx="609">
                  <c:v>42198</c:v>
                </c:pt>
                <c:pt idx="610">
                  <c:v>42199</c:v>
                </c:pt>
                <c:pt idx="611">
                  <c:v>42200</c:v>
                </c:pt>
                <c:pt idx="612">
                  <c:v>42201</c:v>
                </c:pt>
                <c:pt idx="613">
                  <c:v>42202</c:v>
                </c:pt>
                <c:pt idx="614">
                  <c:v>42205</c:v>
                </c:pt>
                <c:pt idx="615">
                  <c:v>42206</c:v>
                </c:pt>
                <c:pt idx="616">
                  <c:v>42207</c:v>
                </c:pt>
                <c:pt idx="617">
                  <c:v>42208</c:v>
                </c:pt>
                <c:pt idx="618">
                  <c:v>42209</c:v>
                </c:pt>
                <c:pt idx="619">
                  <c:v>42212</c:v>
                </c:pt>
                <c:pt idx="620">
                  <c:v>42213</c:v>
                </c:pt>
                <c:pt idx="621">
                  <c:v>42214</c:v>
                </c:pt>
                <c:pt idx="622">
                  <c:v>42215</c:v>
                </c:pt>
                <c:pt idx="623">
                  <c:v>42216</c:v>
                </c:pt>
                <c:pt idx="624">
                  <c:v>42219</c:v>
                </c:pt>
                <c:pt idx="625">
                  <c:v>42220</c:v>
                </c:pt>
                <c:pt idx="626">
                  <c:v>42221</c:v>
                </c:pt>
                <c:pt idx="627">
                  <c:v>42222</c:v>
                </c:pt>
                <c:pt idx="628">
                  <c:v>42223</c:v>
                </c:pt>
                <c:pt idx="629">
                  <c:v>42226</c:v>
                </c:pt>
                <c:pt idx="630">
                  <c:v>42227</c:v>
                </c:pt>
                <c:pt idx="631">
                  <c:v>42228</c:v>
                </c:pt>
                <c:pt idx="632">
                  <c:v>42229</c:v>
                </c:pt>
                <c:pt idx="633">
                  <c:v>42230</c:v>
                </c:pt>
                <c:pt idx="634">
                  <c:v>42233</c:v>
                </c:pt>
                <c:pt idx="635">
                  <c:v>42234</c:v>
                </c:pt>
                <c:pt idx="636">
                  <c:v>42235</c:v>
                </c:pt>
                <c:pt idx="637">
                  <c:v>42236</c:v>
                </c:pt>
                <c:pt idx="638">
                  <c:v>42237</c:v>
                </c:pt>
                <c:pt idx="639">
                  <c:v>42240</c:v>
                </c:pt>
                <c:pt idx="640">
                  <c:v>42241</c:v>
                </c:pt>
                <c:pt idx="641">
                  <c:v>42242</c:v>
                </c:pt>
                <c:pt idx="642">
                  <c:v>42243</c:v>
                </c:pt>
                <c:pt idx="643">
                  <c:v>42244</c:v>
                </c:pt>
                <c:pt idx="644">
                  <c:v>42247</c:v>
                </c:pt>
                <c:pt idx="645">
                  <c:v>42248</c:v>
                </c:pt>
                <c:pt idx="646">
                  <c:v>42249</c:v>
                </c:pt>
                <c:pt idx="647">
                  <c:v>42250</c:v>
                </c:pt>
                <c:pt idx="648">
                  <c:v>42251</c:v>
                </c:pt>
                <c:pt idx="649">
                  <c:v>42255</c:v>
                </c:pt>
                <c:pt idx="650">
                  <c:v>42256</c:v>
                </c:pt>
                <c:pt idx="651">
                  <c:v>42257</c:v>
                </c:pt>
                <c:pt idx="652">
                  <c:v>42258</c:v>
                </c:pt>
                <c:pt idx="653">
                  <c:v>42261</c:v>
                </c:pt>
                <c:pt idx="654">
                  <c:v>42262</c:v>
                </c:pt>
                <c:pt idx="655">
                  <c:v>42263</c:v>
                </c:pt>
                <c:pt idx="656">
                  <c:v>42264</c:v>
                </c:pt>
                <c:pt idx="657">
                  <c:v>42265</c:v>
                </c:pt>
                <c:pt idx="658">
                  <c:v>42268</c:v>
                </c:pt>
                <c:pt idx="659">
                  <c:v>42269</c:v>
                </c:pt>
                <c:pt idx="660">
                  <c:v>42270</c:v>
                </c:pt>
                <c:pt idx="661">
                  <c:v>42271</c:v>
                </c:pt>
                <c:pt idx="662">
                  <c:v>42272</c:v>
                </c:pt>
                <c:pt idx="663">
                  <c:v>42275</c:v>
                </c:pt>
                <c:pt idx="664">
                  <c:v>42276</c:v>
                </c:pt>
                <c:pt idx="665">
                  <c:v>42277</c:v>
                </c:pt>
                <c:pt idx="666">
                  <c:v>42278</c:v>
                </c:pt>
                <c:pt idx="667">
                  <c:v>42279</c:v>
                </c:pt>
                <c:pt idx="668">
                  <c:v>42282</c:v>
                </c:pt>
                <c:pt idx="669">
                  <c:v>42283</c:v>
                </c:pt>
                <c:pt idx="670">
                  <c:v>42284</c:v>
                </c:pt>
                <c:pt idx="671">
                  <c:v>42285</c:v>
                </c:pt>
                <c:pt idx="672">
                  <c:v>42286</c:v>
                </c:pt>
                <c:pt idx="673">
                  <c:v>42289</c:v>
                </c:pt>
                <c:pt idx="674">
                  <c:v>42290</c:v>
                </c:pt>
                <c:pt idx="675">
                  <c:v>42291</c:v>
                </c:pt>
                <c:pt idx="676">
                  <c:v>42292</c:v>
                </c:pt>
                <c:pt idx="677">
                  <c:v>42293</c:v>
                </c:pt>
                <c:pt idx="678">
                  <c:v>42296</c:v>
                </c:pt>
                <c:pt idx="679">
                  <c:v>42297</c:v>
                </c:pt>
                <c:pt idx="680">
                  <c:v>42298</c:v>
                </c:pt>
                <c:pt idx="681">
                  <c:v>42299</c:v>
                </c:pt>
                <c:pt idx="682">
                  <c:v>42300</c:v>
                </c:pt>
                <c:pt idx="683">
                  <c:v>42303</c:v>
                </c:pt>
                <c:pt idx="684">
                  <c:v>42304</c:v>
                </c:pt>
                <c:pt idx="685">
                  <c:v>42305</c:v>
                </c:pt>
                <c:pt idx="686">
                  <c:v>42306</c:v>
                </c:pt>
                <c:pt idx="687">
                  <c:v>42307</c:v>
                </c:pt>
                <c:pt idx="688">
                  <c:v>42310</c:v>
                </c:pt>
                <c:pt idx="689">
                  <c:v>42311</c:v>
                </c:pt>
                <c:pt idx="690">
                  <c:v>42312</c:v>
                </c:pt>
                <c:pt idx="691">
                  <c:v>42313</c:v>
                </c:pt>
                <c:pt idx="692">
                  <c:v>42314</c:v>
                </c:pt>
                <c:pt idx="693">
                  <c:v>42317</c:v>
                </c:pt>
                <c:pt idx="694">
                  <c:v>42318</c:v>
                </c:pt>
                <c:pt idx="695">
                  <c:v>42319</c:v>
                </c:pt>
                <c:pt idx="696">
                  <c:v>42320</c:v>
                </c:pt>
                <c:pt idx="697">
                  <c:v>42321</c:v>
                </c:pt>
                <c:pt idx="698">
                  <c:v>42324</c:v>
                </c:pt>
                <c:pt idx="699">
                  <c:v>42325</c:v>
                </c:pt>
                <c:pt idx="700">
                  <c:v>42326</c:v>
                </c:pt>
                <c:pt idx="701">
                  <c:v>42327</c:v>
                </c:pt>
                <c:pt idx="702">
                  <c:v>42328</c:v>
                </c:pt>
                <c:pt idx="703">
                  <c:v>42331</c:v>
                </c:pt>
                <c:pt idx="704">
                  <c:v>42332</c:v>
                </c:pt>
                <c:pt idx="705">
                  <c:v>42333</c:v>
                </c:pt>
                <c:pt idx="706">
                  <c:v>42335</c:v>
                </c:pt>
                <c:pt idx="707">
                  <c:v>42338</c:v>
                </c:pt>
                <c:pt idx="708">
                  <c:v>42339</c:v>
                </c:pt>
                <c:pt idx="709">
                  <c:v>42340</c:v>
                </c:pt>
                <c:pt idx="710">
                  <c:v>42341</c:v>
                </c:pt>
                <c:pt idx="711">
                  <c:v>42342</c:v>
                </c:pt>
                <c:pt idx="712">
                  <c:v>42345</c:v>
                </c:pt>
                <c:pt idx="713">
                  <c:v>42346</c:v>
                </c:pt>
                <c:pt idx="714">
                  <c:v>42347</c:v>
                </c:pt>
                <c:pt idx="715">
                  <c:v>42348</c:v>
                </c:pt>
                <c:pt idx="716">
                  <c:v>42349</c:v>
                </c:pt>
                <c:pt idx="717">
                  <c:v>42352</c:v>
                </c:pt>
                <c:pt idx="718">
                  <c:v>42353</c:v>
                </c:pt>
                <c:pt idx="719">
                  <c:v>42354</c:v>
                </c:pt>
                <c:pt idx="720">
                  <c:v>42355</c:v>
                </c:pt>
                <c:pt idx="721">
                  <c:v>42356</c:v>
                </c:pt>
                <c:pt idx="722">
                  <c:v>42359</c:v>
                </c:pt>
                <c:pt idx="723">
                  <c:v>42360</c:v>
                </c:pt>
                <c:pt idx="724">
                  <c:v>42361</c:v>
                </c:pt>
                <c:pt idx="725">
                  <c:v>42362</c:v>
                </c:pt>
                <c:pt idx="726">
                  <c:v>42366</c:v>
                </c:pt>
                <c:pt idx="727">
                  <c:v>42367</c:v>
                </c:pt>
                <c:pt idx="728">
                  <c:v>42368</c:v>
                </c:pt>
                <c:pt idx="729">
                  <c:v>42369</c:v>
                </c:pt>
                <c:pt idx="730">
                  <c:v>42373</c:v>
                </c:pt>
                <c:pt idx="731">
                  <c:v>42374</c:v>
                </c:pt>
                <c:pt idx="732">
                  <c:v>42375</c:v>
                </c:pt>
                <c:pt idx="733">
                  <c:v>42376</c:v>
                </c:pt>
                <c:pt idx="734">
                  <c:v>42377</c:v>
                </c:pt>
                <c:pt idx="735">
                  <c:v>42380</c:v>
                </c:pt>
                <c:pt idx="736">
                  <c:v>42381</c:v>
                </c:pt>
                <c:pt idx="737">
                  <c:v>42382</c:v>
                </c:pt>
                <c:pt idx="738">
                  <c:v>42383</c:v>
                </c:pt>
                <c:pt idx="739">
                  <c:v>42384</c:v>
                </c:pt>
                <c:pt idx="740">
                  <c:v>42388</c:v>
                </c:pt>
                <c:pt idx="741">
                  <c:v>42389</c:v>
                </c:pt>
                <c:pt idx="742">
                  <c:v>42390</c:v>
                </c:pt>
                <c:pt idx="743">
                  <c:v>42391</c:v>
                </c:pt>
                <c:pt idx="744">
                  <c:v>42394</c:v>
                </c:pt>
                <c:pt idx="745">
                  <c:v>42395</c:v>
                </c:pt>
                <c:pt idx="746">
                  <c:v>42396</c:v>
                </c:pt>
                <c:pt idx="747">
                  <c:v>42397</c:v>
                </c:pt>
                <c:pt idx="748">
                  <c:v>42398</c:v>
                </c:pt>
                <c:pt idx="749">
                  <c:v>42401</c:v>
                </c:pt>
                <c:pt idx="750">
                  <c:v>42402</c:v>
                </c:pt>
                <c:pt idx="751">
                  <c:v>42403</c:v>
                </c:pt>
                <c:pt idx="752">
                  <c:v>42404</c:v>
                </c:pt>
                <c:pt idx="753">
                  <c:v>42405</c:v>
                </c:pt>
                <c:pt idx="754">
                  <c:v>42408</c:v>
                </c:pt>
                <c:pt idx="755">
                  <c:v>42409</c:v>
                </c:pt>
                <c:pt idx="756">
                  <c:v>42410</c:v>
                </c:pt>
                <c:pt idx="757">
                  <c:v>42411</c:v>
                </c:pt>
                <c:pt idx="758">
                  <c:v>42412</c:v>
                </c:pt>
                <c:pt idx="759">
                  <c:v>42416</c:v>
                </c:pt>
                <c:pt idx="760">
                  <c:v>42417</c:v>
                </c:pt>
                <c:pt idx="761">
                  <c:v>42418</c:v>
                </c:pt>
                <c:pt idx="762">
                  <c:v>42419</c:v>
                </c:pt>
                <c:pt idx="763">
                  <c:v>42422</c:v>
                </c:pt>
                <c:pt idx="764">
                  <c:v>42423</c:v>
                </c:pt>
                <c:pt idx="765">
                  <c:v>42424</c:v>
                </c:pt>
                <c:pt idx="766">
                  <c:v>42425</c:v>
                </c:pt>
                <c:pt idx="767">
                  <c:v>42426</c:v>
                </c:pt>
                <c:pt idx="768">
                  <c:v>42429</c:v>
                </c:pt>
                <c:pt idx="769">
                  <c:v>42430</c:v>
                </c:pt>
                <c:pt idx="770">
                  <c:v>42431</c:v>
                </c:pt>
                <c:pt idx="771">
                  <c:v>42432</c:v>
                </c:pt>
                <c:pt idx="772">
                  <c:v>42433</c:v>
                </c:pt>
                <c:pt idx="773">
                  <c:v>42436</c:v>
                </c:pt>
                <c:pt idx="774">
                  <c:v>42437</c:v>
                </c:pt>
                <c:pt idx="775">
                  <c:v>42438</c:v>
                </c:pt>
                <c:pt idx="776">
                  <c:v>42439</c:v>
                </c:pt>
                <c:pt idx="777">
                  <c:v>42440</c:v>
                </c:pt>
                <c:pt idx="778">
                  <c:v>42443</c:v>
                </c:pt>
                <c:pt idx="779">
                  <c:v>42444</c:v>
                </c:pt>
                <c:pt idx="780">
                  <c:v>42445</c:v>
                </c:pt>
                <c:pt idx="781">
                  <c:v>42446</c:v>
                </c:pt>
                <c:pt idx="782">
                  <c:v>42447</c:v>
                </c:pt>
                <c:pt idx="783">
                  <c:v>42450</c:v>
                </c:pt>
                <c:pt idx="784">
                  <c:v>42451</c:v>
                </c:pt>
                <c:pt idx="785">
                  <c:v>42452</c:v>
                </c:pt>
                <c:pt idx="786">
                  <c:v>42453</c:v>
                </c:pt>
                <c:pt idx="787">
                  <c:v>42457</c:v>
                </c:pt>
                <c:pt idx="788">
                  <c:v>42458</c:v>
                </c:pt>
                <c:pt idx="789">
                  <c:v>42459</c:v>
                </c:pt>
                <c:pt idx="790">
                  <c:v>42460</c:v>
                </c:pt>
                <c:pt idx="791">
                  <c:v>42461</c:v>
                </c:pt>
                <c:pt idx="792">
                  <c:v>42464</c:v>
                </c:pt>
                <c:pt idx="793">
                  <c:v>42465</c:v>
                </c:pt>
                <c:pt idx="794">
                  <c:v>42466</c:v>
                </c:pt>
                <c:pt idx="795">
                  <c:v>42467</c:v>
                </c:pt>
                <c:pt idx="796">
                  <c:v>42468</c:v>
                </c:pt>
                <c:pt idx="797">
                  <c:v>42471</c:v>
                </c:pt>
                <c:pt idx="798">
                  <c:v>42472</c:v>
                </c:pt>
                <c:pt idx="799">
                  <c:v>42473</c:v>
                </c:pt>
                <c:pt idx="800">
                  <c:v>42474</c:v>
                </c:pt>
                <c:pt idx="801">
                  <c:v>42475</c:v>
                </c:pt>
                <c:pt idx="802">
                  <c:v>42478</c:v>
                </c:pt>
                <c:pt idx="803">
                  <c:v>42479</c:v>
                </c:pt>
                <c:pt idx="804">
                  <c:v>42480</c:v>
                </c:pt>
                <c:pt idx="805">
                  <c:v>42481</c:v>
                </c:pt>
                <c:pt idx="806">
                  <c:v>42482</c:v>
                </c:pt>
                <c:pt idx="807">
                  <c:v>42485</c:v>
                </c:pt>
                <c:pt idx="808">
                  <c:v>42486</c:v>
                </c:pt>
                <c:pt idx="809">
                  <c:v>42487</c:v>
                </c:pt>
                <c:pt idx="810">
                  <c:v>42488</c:v>
                </c:pt>
                <c:pt idx="811">
                  <c:v>42489</c:v>
                </c:pt>
                <c:pt idx="812">
                  <c:v>42492</c:v>
                </c:pt>
                <c:pt idx="813">
                  <c:v>42493</c:v>
                </c:pt>
                <c:pt idx="814">
                  <c:v>42494</c:v>
                </c:pt>
                <c:pt idx="815">
                  <c:v>42495</c:v>
                </c:pt>
                <c:pt idx="816">
                  <c:v>42496</c:v>
                </c:pt>
                <c:pt idx="817">
                  <c:v>42499</c:v>
                </c:pt>
                <c:pt idx="818">
                  <c:v>42500</c:v>
                </c:pt>
                <c:pt idx="819">
                  <c:v>42501</c:v>
                </c:pt>
                <c:pt idx="820">
                  <c:v>42502</c:v>
                </c:pt>
                <c:pt idx="821">
                  <c:v>42503</c:v>
                </c:pt>
                <c:pt idx="822">
                  <c:v>42506</c:v>
                </c:pt>
                <c:pt idx="823">
                  <c:v>42507</c:v>
                </c:pt>
                <c:pt idx="824">
                  <c:v>42508</c:v>
                </c:pt>
                <c:pt idx="825">
                  <c:v>42509</c:v>
                </c:pt>
                <c:pt idx="826">
                  <c:v>42510</c:v>
                </c:pt>
                <c:pt idx="827">
                  <c:v>42513</c:v>
                </c:pt>
                <c:pt idx="828">
                  <c:v>42514</c:v>
                </c:pt>
                <c:pt idx="829">
                  <c:v>42515</c:v>
                </c:pt>
                <c:pt idx="830">
                  <c:v>42516</c:v>
                </c:pt>
                <c:pt idx="831">
                  <c:v>42517</c:v>
                </c:pt>
                <c:pt idx="832">
                  <c:v>42521</c:v>
                </c:pt>
                <c:pt idx="833">
                  <c:v>42522</c:v>
                </c:pt>
                <c:pt idx="834">
                  <c:v>42523</c:v>
                </c:pt>
                <c:pt idx="835">
                  <c:v>42524</c:v>
                </c:pt>
                <c:pt idx="836">
                  <c:v>42527</c:v>
                </c:pt>
                <c:pt idx="837">
                  <c:v>42528</c:v>
                </c:pt>
                <c:pt idx="838">
                  <c:v>42529</c:v>
                </c:pt>
                <c:pt idx="839">
                  <c:v>42530</c:v>
                </c:pt>
                <c:pt idx="840">
                  <c:v>42531</c:v>
                </c:pt>
                <c:pt idx="841">
                  <c:v>42534</c:v>
                </c:pt>
                <c:pt idx="842">
                  <c:v>42535</c:v>
                </c:pt>
                <c:pt idx="843">
                  <c:v>42536</c:v>
                </c:pt>
                <c:pt idx="844">
                  <c:v>42537</c:v>
                </c:pt>
                <c:pt idx="845">
                  <c:v>42538</c:v>
                </c:pt>
                <c:pt idx="846">
                  <c:v>42541</c:v>
                </c:pt>
                <c:pt idx="847">
                  <c:v>42542</c:v>
                </c:pt>
                <c:pt idx="848">
                  <c:v>42543</c:v>
                </c:pt>
                <c:pt idx="849">
                  <c:v>42544</c:v>
                </c:pt>
                <c:pt idx="850">
                  <c:v>42545</c:v>
                </c:pt>
                <c:pt idx="851">
                  <c:v>42548</c:v>
                </c:pt>
                <c:pt idx="852">
                  <c:v>42549</c:v>
                </c:pt>
                <c:pt idx="853">
                  <c:v>42550</c:v>
                </c:pt>
                <c:pt idx="854">
                  <c:v>42551</c:v>
                </c:pt>
                <c:pt idx="855">
                  <c:v>42552</c:v>
                </c:pt>
                <c:pt idx="856">
                  <c:v>42556</c:v>
                </c:pt>
                <c:pt idx="857">
                  <c:v>42557</c:v>
                </c:pt>
                <c:pt idx="858">
                  <c:v>42558</c:v>
                </c:pt>
                <c:pt idx="859">
                  <c:v>42559</c:v>
                </c:pt>
                <c:pt idx="860">
                  <c:v>42562</c:v>
                </c:pt>
                <c:pt idx="861">
                  <c:v>42563</c:v>
                </c:pt>
                <c:pt idx="862">
                  <c:v>42564</c:v>
                </c:pt>
                <c:pt idx="863">
                  <c:v>42565</c:v>
                </c:pt>
                <c:pt idx="864">
                  <c:v>42566</c:v>
                </c:pt>
                <c:pt idx="865">
                  <c:v>42569</c:v>
                </c:pt>
                <c:pt idx="866">
                  <c:v>42570</c:v>
                </c:pt>
                <c:pt idx="867">
                  <c:v>42571</c:v>
                </c:pt>
                <c:pt idx="868">
                  <c:v>42572</c:v>
                </c:pt>
                <c:pt idx="869">
                  <c:v>42573</c:v>
                </c:pt>
                <c:pt idx="870">
                  <c:v>42576</c:v>
                </c:pt>
                <c:pt idx="871">
                  <c:v>42577</c:v>
                </c:pt>
                <c:pt idx="872">
                  <c:v>42578</c:v>
                </c:pt>
                <c:pt idx="873">
                  <c:v>42579</c:v>
                </c:pt>
                <c:pt idx="874">
                  <c:v>42580</c:v>
                </c:pt>
                <c:pt idx="875">
                  <c:v>42583</c:v>
                </c:pt>
                <c:pt idx="876">
                  <c:v>42584</c:v>
                </c:pt>
                <c:pt idx="877">
                  <c:v>42585</c:v>
                </c:pt>
                <c:pt idx="878">
                  <c:v>42586</c:v>
                </c:pt>
                <c:pt idx="879">
                  <c:v>42587</c:v>
                </c:pt>
                <c:pt idx="880">
                  <c:v>42590</c:v>
                </c:pt>
                <c:pt idx="881">
                  <c:v>42591</c:v>
                </c:pt>
                <c:pt idx="882">
                  <c:v>42592</c:v>
                </c:pt>
                <c:pt idx="883">
                  <c:v>42593</c:v>
                </c:pt>
                <c:pt idx="884">
                  <c:v>42594</c:v>
                </c:pt>
                <c:pt idx="885">
                  <c:v>42597</c:v>
                </c:pt>
                <c:pt idx="886">
                  <c:v>42598</c:v>
                </c:pt>
                <c:pt idx="887">
                  <c:v>42599</c:v>
                </c:pt>
                <c:pt idx="888">
                  <c:v>42600</c:v>
                </c:pt>
                <c:pt idx="889">
                  <c:v>42601</c:v>
                </c:pt>
                <c:pt idx="890">
                  <c:v>42604</c:v>
                </c:pt>
                <c:pt idx="891">
                  <c:v>42605</c:v>
                </c:pt>
                <c:pt idx="892">
                  <c:v>42606</c:v>
                </c:pt>
                <c:pt idx="893">
                  <c:v>42607</c:v>
                </c:pt>
                <c:pt idx="894">
                  <c:v>42608</c:v>
                </c:pt>
                <c:pt idx="895">
                  <c:v>42611</c:v>
                </c:pt>
                <c:pt idx="896">
                  <c:v>42612</c:v>
                </c:pt>
                <c:pt idx="897">
                  <c:v>42613</c:v>
                </c:pt>
                <c:pt idx="898">
                  <c:v>42614</c:v>
                </c:pt>
                <c:pt idx="899">
                  <c:v>42615</c:v>
                </c:pt>
                <c:pt idx="900">
                  <c:v>42619</c:v>
                </c:pt>
                <c:pt idx="901">
                  <c:v>42620</c:v>
                </c:pt>
                <c:pt idx="902">
                  <c:v>42621</c:v>
                </c:pt>
                <c:pt idx="903">
                  <c:v>42622</c:v>
                </c:pt>
                <c:pt idx="904">
                  <c:v>42625</c:v>
                </c:pt>
                <c:pt idx="905">
                  <c:v>42626</c:v>
                </c:pt>
                <c:pt idx="906">
                  <c:v>42627</c:v>
                </c:pt>
                <c:pt idx="907">
                  <c:v>42628</c:v>
                </c:pt>
                <c:pt idx="908">
                  <c:v>42629</c:v>
                </c:pt>
                <c:pt idx="909">
                  <c:v>42632</c:v>
                </c:pt>
                <c:pt idx="910">
                  <c:v>42633</c:v>
                </c:pt>
                <c:pt idx="911">
                  <c:v>42634</c:v>
                </c:pt>
                <c:pt idx="912">
                  <c:v>42635</c:v>
                </c:pt>
                <c:pt idx="913">
                  <c:v>42636</c:v>
                </c:pt>
                <c:pt idx="914">
                  <c:v>42639</c:v>
                </c:pt>
                <c:pt idx="915">
                  <c:v>42640</c:v>
                </c:pt>
                <c:pt idx="916">
                  <c:v>42641</c:v>
                </c:pt>
                <c:pt idx="917">
                  <c:v>42642</c:v>
                </c:pt>
                <c:pt idx="918">
                  <c:v>42643</c:v>
                </c:pt>
                <c:pt idx="919">
                  <c:v>42646</c:v>
                </c:pt>
                <c:pt idx="920">
                  <c:v>42647</c:v>
                </c:pt>
                <c:pt idx="921">
                  <c:v>42648</c:v>
                </c:pt>
                <c:pt idx="922">
                  <c:v>42649</c:v>
                </c:pt>
                <c:pt idx="923">
                  <c:v>42650</c:v>
                </c:pt>
                <c:pt idx="924">
                  <c:v>42653</c:v>
                </c:pt>
                <c:pt idx="925">
                  <c:v>42654</c:v>
                </c:pt>
                <c:pt idx="926">
                  <c:v>42655</c:v>
                </c:pt>
                <c:pt idx="927">
                  <c:v>42656</c:v>
                </c:pt>
                <c:pt idx="928">
                  <c:v>42657</c:v>
                </c:pt>
                <c:pt idx="929">
                  <c:v>42660</c:v>
                </c:pt>
                <c:pt idx="930">
                  <c:v>42661</c:v>
                </c:pt>
                <c:pt idx="931">
                  <c:v>42662</c:v>
                </c:pt>
                <c:pt idx="932">
                  <c:v>42663</c:v>
                </c:pt>
                <c:pt idx="933">
                  <c:v>42664</c:v>
                </c:pt>
                <c:pt idx="934">
                  <c:v>42667</c:v>
                </c:pt>
                <c:pt idx="935">
                  <c:v>42668</c:v>
                </c:pt>
                <c:pt idx="936">
                  <c:v>42669</c:v>
                </c:pt>
                <c:pt idx="937">
                  <c:v>42670</c:v>
                </c:pt>
                <c:pt idx="938">
                  <c:v>42671</c:v>
                </c:pt>
                <c:pt idx="939">
                  <c:v>42674</c:v>
                </c:pt>
                <c:pt idx="940">
                  <c:v>42675</c:v>
                </c:pt>
                <c:pt idx="941">
                  <c:v>42676</c:v>
                </c:pt>
                <c:pt idx="942">
                  <c:v>42677</c:v>
                </c:pt>
                <c:pt idx="943">
                  <c:v>42678</c:v>
                </c:pt>
                <c:pt idx="944">
                  <c:v>42681</c:v>
                </c:pt>
                <c:pt idx="945">
                  <c:v>42682</c:v>
                </c:pt>
                <c:pt idx="946">
                  <c:v>42683</c:v>
                </c:pt>
                <c:pt idx="947">
                  <c:v>42684</c:v>
                </c:pt>
                <c:pt idx="948">
                  <c:v>42685</c:v>
                </c:pt>
                <c:pt idx="949">
                  <c:v>42688</c:v>
                </c:pt>
                <c:pt idx="950">
                  <c:v>42689</c:v>
                </c:pt>
                <c:pt idx="951">
                  <c:v>42690</c:v>
                </c:pt>
                <c:pt idx="952">
                  <c:v>42691</c:v>
                </c:pt>
                <c:pt idx="953">
                  <c:v>42692</c:v>
                </c:pt>
                <c:pt idx="954">
                  <c:v>42695</c:v>
                </c:pt>
                <c:pt idx="955">
                  <c:v>42696</c:v>
                </c:pt>
                <c:pt idx="956">
                  <c:v>42697</c:v>
                </c:pt>
                <c:pt idx="957">
                  <c:v>42699</c:v>
                </c:pt>
                <c:pt idx="958">
                  <c:v>42702</c:v>
                </c:pt>
                <c:pt idx="959">
                  <c:v>42703</c:v>
                </c:pt>
                <c:pt idx="960">
                  <c:v>42704</c:v>
                </c:pt>
                <c:pt idx="961">
                  <c:v>42705</c:v>
                </c:pt>
                <c:pt idx="962">
                  <c:v>42706</c:v>
                </c:pt>
                <c:pt idx="963">
                  <c:v>42709</c:v>
                </c:pt>
                <c:pt idx="964">
                  <c:v>42710</c:v>
                </c:pt>
                <c:pt idx="965">
                  <c:v>42711</c:v>
                </c:pt>
                <c:pt idx="966">
                  <c:v>42712</c:v>
                </c:pt>
                <c:pt idx="967">
                  <c:v>42713</c:v>
                </c:pt>
                <c:pt idx="968">
                  <c:v>42716</c:v>
                </c:pt>
                <c:pt idx="969">
                  <c:v>42717</c:v>
                </c:pt>
                <c:pt idx="970">
                  <c:v>42718</c:v>
                </c:pt>
                <c:pt idx="971">
                  <c:v>42719</c:v>
                </c:pt>
                <c:pt idx="972">
                  <c:v>42720</c:v>
                </c:pt>
                <c:pt idx="973">
                  <c:v>42723</c:v>
                </c:pt>
                <c:pt idx="974">
                  <c:v>42724</c:v>
                </c:pt>
                <c:pt idx="975">
                  <c:v>42725</c:v>
                </c:pt>
                <c:pt idx="976">
                  <c:v>42726</c:v>
                </c:pt>
                <c:pt idx="977">
                  <c:v>42727</c:v>
                </c:pt>
                <c:pt idx="978">
                  <c:v>42731</c:v>
                </c:pt>
                <c:pt idx="979">
                  <c:v>42732</c:v>
                </c:pt>
                <c:pt idx="980">
                  <c:v>42733</c:v>
                </c:pt>
                <c:pt idx="981">
                  <c:v>42734</c:v>
                </c:pt>
                <c:pt idx="982">
                  <c:v>42738</c:v>
                </c:pt>
                <c:pt idx="983">
                  <c:v>42739</c:v>
                </c:pt>
                <c:pt idx="984">
                  <c:v>42740</c:v>
                </c:pt>
                <c:pt idx="985">
                  <c:v>42741</c:v>
                </c:pt>
                <c:pt idx="986">
                  <c:v>42744</c:v>
                </c:pt>
                <c:pt idx="987">
                  <c:v>42745</c:v>
                </c:pt>
                <c:pt idx="988">
                  <c:v>42746</c:v>
                </c:pt>
                <c:pt idx="989">
                  <c:v>42747</c:v>
                </c:pt>
                <c:pt idx="990">
                  <c:v>42748</c:v>
                </c:pt>
                <c:pt idx="991">
                  <c:v>42752</c:v>
                </c:pt>
                <c:pt idx="992">
                  <c:v>42753</c:v>
                </c:pt>
                <c:pt idx="993">
                  <c:v>42754</c:v>
                </c:pt>
                <c:pt idx="994">
                  <c:v>42755</c:v>
                </c:pt>
                <c:pt idx="995">
                  <c:v>42758</c:v>
                </c:pt>
                <c:pt idx="996">
                  <c:v>42759</c:v>
                </c:pt>
                <c:pt idx="997">
                  <c:v>42760</c:v>
                </c:pt>
                <c:pt idx="998">
                  <c:v>42761</c:v>
                </c:pt>
                <c:pt idx="999">
                  <c:v>42762</c:v>
                </c:pt>
                <c:pt idx="1000">
                  <c:v>42765</c:v>
                </c:pt>
                <c:pt idx="1001">
                  <c:v>42766</c:v>
                </c:pt>
                <c:pt idx="1002">
                  <c:v>42767</c:v>
                </c:pt>
                <c:pt idx="1003">
                  <c:v>42768</c:v>
                </c:pt>
                <c:pt idx="1004">
                  <c:v>42769</c:v>
                </c:pt>
                <c:pt idx="1005">
                  <c:v>42772</c:v>
                </c:pt>
                <c:pt idx="1006">
                  <c:v>42773</c:v>
                </c:pt>
                <c:pt idx="1007">
                  <c:v>42774</c:v>
                </c:pt>
                <c:pt idx="1008">
                  <c:v>42775</c:v>
                </c:pt>
                <c:pt idx="1009">
                  <c:v>42776</c:v>
                </c:pt>
                <c:pt idx="1010">
                  <c:v>42779</c:v>
                </c:pt>
                <c:pt idx="1011">
                  <c:v>42780</c:v>
                </c:pt>
                <c:pt idx="1012">
                  <c:v>42781</c:v>
                </c:pt>
                <c:pt idx="1013">
                  <c:v>42782</c:v>
                </c:pt>
                <c:pt idx="1014">
                  <c:v>42783</c:v>
                </c:pt>
                <c:pt idx="1015">
                  <c:v>42787</c:v>
                </c:pt>
                <c:pt idx="1016">
                  <c:v>42788</c:v>
                </c:pt>
                <c:pt idx="1017">
                  <c:v>42789</c:v>
                </c:pt>
                <c:pt idx="1018">
                  <c:v>42790</c:v>
                </c:pt>
                <c:pt idx="1019">
                  <c:v>42793</c:v>
                </c:pt>
                <c:pt idx="1020">
                  <c:v>42794</c:v>
                </c:pt>
                <c:pt idx="1021">
                  <c:v>42795</c:v>
                </c:pt>
                <c:pt idx="1022">
                  <c:v>42796</c:v>
                </c:pt>
                <c:pt idx="1023">
                  <c:v>42797</c:v>
                </c:pt>
                <c:pt idx="1024">
                  <c:v>42800</c:v>
                </c:pt>
                <c:pt idx="1025">
                  <c:v>42801</c:v>
                </c:pt>
                <c:pt idx="1026">
                  <c:v>42802</c:v>
                </c:pt>
                <c:pt idx="1027">
                  <c:v>42803</c:v>
                </c:pt>
                <c:pt idx="1028">
                  <c:v>42804</c:v>
                </c:pt>
                <c:pt idx="1029">
                  <c:v>42807</c:v>
                </c:pt>
                <c:pt idx="1030">
                  <c:v>42808</c:v>
                </c:pt>
                <c:pt idx="1031">
                  <c:v>42809</c:v>
                </c:pt>
                <c:pt idx="1032">
                  <c:v>42810</c:v>
                </c:pt>
                <c:pt idx="1033">
                  <c:v>42811</c:v>
                </c:pt>
                <c:pt idx="1034">
                  <c:v>42814</c:v>
                </c:pt>
                <c:pt idx="1035">
                  <c:v>42815</c:v>
                </c:pt>
                <c:pt idx="1036">
                  <c:v>42816</c:v>
                </c:pt>
                <c:pt idx="1037">
                  <c:v>42817</c:v>
                </c:pt>
                <c:pt idx="1038">
                  <c:v>42818</c:v>
                </c:pt>
                <c:pt idx="1039">
                  <c:v>42821</c:v>
                </c:pt>
                <c:pt idx="1040">
                  <c:v>42822</c:v>
                </c:pt>
                <c:pt idx="1041">
                  <c:v>42823</c:v>
                </c:pt>
                <c:pt idx="1042">
                  <c:v>42824</c:v>
                </c:pt>
                <c:pt idx="1043">
                  <c:v>42825</c:v>
                </c:pt>
                <c:pt idx="1044">
                  <c:v>42828</c:v>
                </c:pt>
                <c:pt idx="1045">
                  <c:v>42829</c:v>
                </c:pt>
                <c:pt idx="1046">
                  <c:v>42830</c:v>
                </c:pt>
                <c:pt idx="1047">
                  <c:v>42831</c:v>
                </c:pt>
                <c:pt idx="1048">
                  <c:v>42832</c:v>
                </c:pt>
                <c:pt idx="1049">
                  <c:v>42835</c:v>
                </c:pt>
                <c:pt idx="1050">
                  <c:v>42836</c:v>
                </c:pt>
                <c:pt idx="1051">
                  <c:v>42837</c:v>
                </c:pt>
                <c:pt idx="1052">
                  <c:v>42838</c:v>
                </c:pt>
                <c:pt idx="1053">
                  <c:v>42842</c:v>
                </c:pt>
                <c:pt idx="1054">
                  <c:v>42843</c:v>
                </c:pt>
                <c:pt idx="1055">
                  <c:v>42844</c:v>
                </c:pt>
                <c:pt idx="1056">
                  <c:v>42845</c:v>
                </c:pt>
                <c:pt idx="1057">
                  <c:v>42846</c:v>
                </c:pt>
                <c:pt idx="1058">
                  <c:v>42849</c:v>
                </c:pt>
                <c:pt idx="1059">
                  <c:v>42850</c:v>
                </c:pt>
                <c:pt idx="1060">
                  <c:v>42851</c:v>
                </c:pt>
                <c:pt idx="1061">
                  <c:v>42852</c:v>
                </c:pt>
                <c:pt idx="1062">
                  <c:v>42853</c:v>
                </c:pt>
                <c:pt idx="1063">
                  <c:v>42856</c:v>
                </c:pt>
                <c:pt idx="1064">
                  <c:v>42857</c:v>
                </c:pt>
                <c:pt idx="1065">
                  <c:v>42858</c:v>
                </c:pt>
                <c:pt idx="1066">
                  <c:v>42859</c:v>
                </c:pt>
                <c:pt idx="1067">
                  <c:v>42860</c:v>
                </c:pt>
                <c:pt idx="1068">
                  <c:v>42863</c:v>
                </c:pt>
                <c:pt idx="1069">
                  <c:v>42864</c:v>
                </c:pt>
                <c:pt idx="1070">
                  <c:v>42865</c:v>
                </c:pt>
                <c:pt idx="1071">
                  <c:v>42866</c:v>
                </c:pt>
                <c:pt idx="1072">
                  <c:v>42867</c:v>
                </c:pt>
                <c:pt idx="1073">
                  <c:v>42870</c:v>
                </c:pt>
                <c:pt idx="1074">
                  <c:v>42871</c:v>
                </c:pt>
                <c:pt idx="1075">
                  <c:v>42872</c:v>
                </c:pt>
                <c:pt idx="1076">
                  <c:v>42873</c:v>
                </c:pt>
                <c:pt idx="1077">
                  <c:v>42874</c:v>
                </c:pt>
                <c:pt idx="1078">
                  <c:v>42877</c:v>
                </c:pt>
                <c:pt idx="1079">
                  <c:v>42878</c:v>
                </c:pt>
                <c:pt idx="1080">
                  <c:v>42879</c:v>
                </c:pt>
                <c:pt idx="1081">
                  <c:v>42880</c:v>
                </c:pt>
                <c:pt idx="1082">
                  <c:v>42881</c:v>
                </c:pt>
                <c:pt idx="1083">
                  <c:v>42885</c:v>
                </c:pt>
                <c:pt idx="1084">
                  <c:v>42886</c:v>
                </c:pt>
                <c:pt idx="1085">
                  <c:v>42887</c:v>
                </c:pt>
                <c:pt idx="1086">
                  <c:v>42888</c:v>
                </c:pt>
                <c:pt idx="1087">
                  <c:v>42891</c:v>
                </c:pt>
                <c:pt idx="1088">
                  <c:v>42892</c:v>
                </c:pt>
                <c:pt idx="1089">
                  <c:v>42893</c:v>
                </c:pt>
                <c:pt idx="1090">
                  <c:v>42894</c:v>
                </c:pt>
                <c:pt idx="1091">
                  <c:v>42895</c:v>
                </c:pt>
                <c:pt idx="1092">
                  <c:v>42898</c:v>
                </c:pt>
                <c:pt idx="1093">
                  <c:v>42899</c:v>
                </c:pt>
                <c:pt idx="1094">
                  <c:v>42900</c:v>
                </c:pt>
                <c:pt idx="1095">
                  <c:v>42901</c:v>
                </c:pt>
                <c:pt idx="1096">
                  <c:v>42902</c:v>
                </c:pt>
                <c:pt idx="1097">
                  <c:v>42905</c:v>
                </c:pt>
                <c:pt idx="1098">
                  <c:v>42906</c:v>
                </c:pt>
                <c:pt idx="1099">
                  <c:v>42907</c:v>
                </c:pt>
                <c:pt idx="1100">
                  <c:v>42908</c:v>
                </c:pt>
                <c:pt idx="1101">
                  <c:v>42909</c:v>
                </c:pt>
                <c:pt idx="1102">
                  <c:v>42912</c:v>
                </c:pt>
                <c:pt idx="1103">
                  <c:v>42913</c:v>
                </c:pt>
                <c:pt idx="1104">
                  <c:v>42914</c:v>
                </c:pt>
                <c:pt idx="1105">
                  <c:v>42915</c:v>
                </c:pt>
                <c:pt idx="1106">
                  <c:v>42916</c:v>
                </c:pt>
                <c:pt idx="1107">
                  <c:v>42919</c:v>
                </c:pt>
                <c:pt idx="1108">
                  <c:v>42921</c:v>
                </c:pt>
                <c:pt idx="1109">
                  <c:v>42922</c:v>
                </c:pt>
                <c:pt idx="1110">
                  <c:v>42923</c:v>
                </c:pt>
                <c:pt idx="1111">
                  <c:v>42926</c:v>
                </c:pt>
                <c:pt idx="1112">
                  <c:v>42927</c:v>
                </c:pt>
                <c:pt idx="1113">
                  <c:v>42928</c:v>
                </c:pt>
                <c:pt idx="1114">
                  <c:v>42929</c:v>
                </c:pt>
                <c:pt idx="1115">
                  <c:v>42930</c:v>
                </c:pt>
                <c:pt idx="1116">
                  <c:v>42933</c:v>
                </c:pt>
                <c:pt idx="1117">
                  <c:v>42934</c:v>
                </c:pt>
                <c:pt idx="1118">
                  <c:v>42935</c:v>
                </c:pt>
                <c:pt idx="1119">
                  <c:v>42936</c:v>
                </c:pt>
                <c:pt idx="1120">
                  <c:v>42937</c:v>
                </c:pt>
                <c:pt idx="1121">
                  <c:v>42940</c:v>
                </c:pt>
                <c:pt idx="1122">
                  <c:v>42941</c:v>
                </c:pt>
                <c:pt idx="1123">
                  <c:v>42942</c:v>
                </c:pt>
                <c:pt idx="1124">
                  <c:v>42943</c:v>
                </c:pt>
                <c:pt idx="1125">
                  <c:v>42944</c:v>
                </c:pt>
                <c:pt idx="1126">
                  <c:v>42947</c:v>
                </c:pt>
                <c:pt idx="1127">
                  <c:v>42948</c:v>
                </c:pt>
                <c:pt idx="1128">
                  <c:v>42949</c:v>
                </c:pt>
                <c:pt idx="1129">
                  <c:v>42950</c:v>
                </c:pt>
                <c:pt idx="1130">
                  <c:v>42951</c:v>
                </c:pt>
                <c:pt idx="1131">
                  <c:v>42954</c:v>
                </c:pt>
                <c:pt idx="1132">
                  <c:v>42955</c:v>
                </c:pt>
                <c:pt idx="1133">
                  <c:v>42956</c:v>
                </c:pt>
                <c:pt idx="1134">
                  <c:v>42957</c:v>
                </c:pt>
                <c:pt idx="1135">
                  <c:v>42958</c:v>
                </c:pt>
                <c:pt idx="1136">
                  <c:v>42961</c:v>
                </c:pt>
                <c:pt idx="1137">
                  <c:v>42962</c:v>
                </c:pt>
                <c:pt idx="1138">
                  <c:v>42963</c:v>
                </c:pt>
                <c:pt idx="1139">
                  <c:v>42964</c:v>
                </c:pt>
                <c:pt idx="1140">
                  <c:v>42965</c:v>
                </c:pt>
                <c:pt idx="1141">
                  <c:v>42968</c:v>
                </c:pt>
                <c:pt idx="1142">
                  <c:v>42969</c:v>
                </c:pt>
                <c:pt idx="1143">
                  <c:v>42970</c:v>
                </c:pt>
                <c:pt idx="1144">
                  <c:v>42971</c:v>
                </c:pt>
                <c:pt idx="1145">
                  <c:v>42972</c:v>
                </c:pt>
                <c:pt idx="1146">
                  <c:v>42975</c:v>
                </c:pt>
                <c:pt idx="1147">
                  <c:v>42976</c:v>
                </c:pt>
                <c:pt idx="1148">
                  <c:v>42977</c:v>
                </c:pt>
                <c:pt idx="1149">
                  <c:v>42978</c:v>
                </c:pt>
                <c:pt idx="1150">
                  <c:v>42979</c:v>
                </c:pt>
                <c:pt idx="1151">
                  <c:v>42983</c:v>
                </c:pt>
                <c:pt idx="1152">
                  <c:v>42984</c:v>
                </c:pt>
                <c:pt idx="1153">
                  <c:v>42985</c:v>
                </c:pt>
                <c:pt idx="1154">
                  <c:v>42986</c:v>
                </c:pt>
                <c:pt idx="1155">
                  <c:v>42989</c:v>
                </c:pt>
                <c:pt idx="1156">
                  <c:v>42990</c:v>
                </c:pt>
                <c:pt idx="1157">
                  <c:v>42991</c:v>
                </c:pt>
                <c:pt idx="1158">
                  <c:v>42992</c:v>
                </c:pt>
                <c:pt idx="1159">
                  <c:v>42993</c:v>
                </c:pt>
                <c:pt idx="1160">
                  <c:v>42996</c:v>
                </c:pt>
                <c:pt idx="1161">
                  <c:v>42997</c:v>
                </c:pt>
                <c:pt idx="1162">
                  <c:v>42998</c:v>
                </c:pt>
                <c:pt idx="1163">
                  <c:v>42999</c:v>
                </c:pt>
                <c:pt idx="1164">
                  <c:v>43000</c:v>
                </c:pt>
                <c:pt idx="1165">
                  <c:v>43003</c:v>
                </c:pt>
                <c:pt idx="1166">
                  <c:v>43004</c:v>
                </c:pt>
                <c:pt idx="1167">
                  <c:v>43005</c:v>
                </c:pt>
                <c:pt idx="1168">
                  <c:v>43006</c:v>
                </c:pt>
                <c:pt idx="1169">
                  <c:v>43007</c:v>
                </c:pt>
                <c:pt idx="1170">
                  <c:v>43010</c:v>
                </c:pt>
                <c:pt idx="1171">
                  <c:v>43011</c:v>
                </c:pt>
                <c:pt idx="1172">
                  <c:v>43012</c:v>
                </c:pt>
                <c:pt idx="1173">
                  <c:v>43013</c:v>
                </c:pt>
                <c:pt idx="1174">
                  <c:v>43014</c:v>
                </c:pt>
                <c:pt idx="1175">
                  <c:v>43017</c:v>
                </c:pt>
                <c:pt idx="1176">
                  <c:v>43018</c:v>
                </c:pt>
                <c:pt idx="1177">
                  <c:v>43019</c:v>
                </c:pt>
                <c:pt idx="1178">
                  <c:v>43020</c:v>
                </c:pt>
                <c:pt idx="1179">
                  <c:v>43021</c:v>
                </c:pt>
                <c:pt idx="1180">
                  <c:v>43024</c:v>
                </c:pt>
                <c:pt idx="1181">
                  <c:v>43025</c:v>
                </c:pt>
                <c:pt idx="1182">
                  <c:v>43026</c:v>
                </c:pt>
                <c:pt idx="1183">
                  <c:v>43027</c:v>
                </c:pt>
                <c:pt idx="1184">
                  <c:v>43028</c:v>
                </c:pt>
                <c:pt idx="1185">
                  <c:v>43031</c:v>
                </c:pt>
                <c:pt idx="1186">
                  <c:v>43032</c:v>
                </c:pt>
                <c:pt idx="1187">
                  <c:v>43033</c:v>
                </c:pt>
                <c:pt idx="1188">
                  <c:v>43034</c:v>
                </c:pt>
                <c:pt idx="1189">
                  <c:v>43035</c:v>
                </c:pt>
                <c:pt idx="1190">
                  <c:v>43038</c:v>
                </c:pt>
                <c:pt idx="1191">
                  <c:v>43039</c:v>
                </c:pt>
                <c:pt idx="1192">
                  <c:v>43040</c:v>
                </c:pt>
                <c:pt idx="1193">
                  <c:v>43041</c:v>
                </c:pt>
                <c:pt idx="1194">
                  <c:v>43042</c:v>
                </c:pt>
                <c:pt idx="1195">
                  <c:v>43045</c:v>
                </c:pt>
                <c:pt idx="1196">
                  <c:v>43046</c:v>
                </c:pt>
                <c:pt idx="1197">
                  <c:v>43047</c:v>
                </c:pt>
                <c:pt idx="1198">
                  <c:v>43048</c:v>
                </c:pt>
                <c:pt idx="1199">
                  <c:v>43049</c:v>
                </c:pt>
                <c:pt idx="1200">
                  <c:v>43052</c:v>
                </c:pt>
                <c:pt idx="1201">
                  <c:v>43053</c:v>
                </c:pt>
                <c:pt idx="1202">
                  <c:v>43054</c:v>
                </c:pt>
                <c:pt idx="1203">
                  <c:v>43055</c:v>
                </c:pt>
                <c:pt idx="1204">
                  <c:v>43056</c:v>
                </c:pt>
                <c:pt idx="1205">
                  <c:v>43059</c:v>
                </c:pt>
                <c:pt idx="1206">
                  <c:v>43060</c:v>
                </c:pt>
                <c:pt idx="1207">
                  <c:v>43061</c:v>
                </c:pt>
                <c:pt idx="1208">
                  <c:v>43063</c:v>
                </c:pt>
                <c:pt idx="1209">
                  <c:v>43066</c:v>
                </c:pt>
                <c:pt idx="1210">
                  <c:v>43067</c:v>
                </c:pt>
                <c:pt idx="1211">
                  <c:v>43068</c:v>
                </c:pt>
                <c:pt idx="1212">
                  <c:v>43069</c:v>
                </c:pt>
                <c:pt idx="1213">
                  <c:v>43070</c:v>
                </c:pt>
                <c:pt idx="1214">
                  <c:v>43073</c:v>
                </c:pt>
                <c:pt idx="1215">
                  <c:v>43074</c:v>
                </c:pt>
                <c:pt idx="1216">
                  <c:v>43075</c:v>
                </c:pt>
                <c:pt idx="1217">
                  <c:v>43076</c:v>
                </c:pt>
                <c:pt idx="1218">
                  <c:v>43077</c:v>
                </c:pt>
                <c:pt idx="1219">
                  <c:v>43080</c:v>
                </c:pt>
                <c:pt idx="1220">
                  <c:v>43081</c:v>
                </c:pt>
                <c:pt idx="1221">
                  <c:v>43082</c:v>
                </c:pt>
                <c:pt idx="1222">
                  <c:v>43083</c:v>
                </c:pt>
                <c:pt idx="1223">
                  <c:v>43084</c:v>
                </c:pt>
                <c:pt idx="1224">
                  <c:v>43087</c:v>
                </c:pt>
                <c:pt idx="1225">
                  <c:v>43088</c:v>
                </c:pt>
                <c:pt idx="1226">
                  <c:v>43089</c:v>
                </c:pt>
                <c:pt idx="1227">
                  <c:v>43090</c:v>
                </c:pt>
                <c:pt idx="1228">
                  <c:v>43091</c:v>
                </c:pt>
                <c:pt idx="1229">
                  <c:v>43095</c:v>
                </c:pt>
                <c:pt idx="1230">
                  <c:v>43096</c:v>
                </c:pt>
                <c:pt idx="1231">
                  <c:v>43097</c:v>
                </c:pt>
                <c:pt idx="1232">
                  <c:v>43098</c:v>
                </c:pt>
                <c:pt idx="1233">
                  <c:v>43102</c:v>
                </c:pt>
                <c:pt idx="1234">
                  <c:v>43103</c:v>
                </c:pt>
                <c:pt idx="1235">
                  <c:v>43104</c:v>
                </c:pt>
                <c:pt idx="1236">
                  <c:v>43105</c:v>
                </c:pt>
                <c:pt idx="1237">
                  <c:v>43108</c:v>
                </c:pt>
                <c:pt idx="1238">
                  <c:v>43109</c:v>
                </c:pt>
                <c:pt idx="1239">
                  <c:v>43110</c:v>
                </c:pt>
                <c:pt idx="1240">
                  <c:v>43111</c:v>
                </c:pt>
                <c:pt idx="1241">
                  <c:v>43112</c:v>
                </c:pt>
                <c:pt idx="1242">
                  <c:v>43116</c:v>
                </c:pt>
                <c:pt idx="1243">
                  <c:v>43117</c:v>
                </c:pt>
                <c:pt idx="1244">
                  <c:v>43118</c:v>
                </c:pt>
                <c:pt idx="1245">
                  <c:v>43119</c:v>
                </c:pt>
                <c:pt idx="1246">
                  <c:v>43122</c:v>
                </c:pt>
                <c:pt idx="1247">
                  <c:v>43123</c:v>
                </c:pt>
                <c:pt idx="1248">
                  <c:v>43124</c:v>
                </c:pt>
                <c:pt idx="1249">
                  <c:v>43125</c:v>
                </c:pt>
                <c:pt idx="1250">
                  <c:v>43126</c:v>
                </c:pt>
                <c:pt idx="1251">
                  <c:v>43129</c:v>
                </c:pt>
                <c:pt idx="1252">
                  <c:v>43130</c:v>
                </c:pt>
                <c:pt idx="1253">
                  <c:v>43131</c:v>
                </c:pt>
                <c:pt idx="1254">
                  <c:v>43132</c:v>
                </c:pt>
                <c:pt idx="1255">
                  <c:v>43133</c:v>
                </c:pt>
                <c:pt idx="1256">
                  <c:v>43136</c:v>
                </c:pt>
                <c:pt idx="1257">
                  <c:v>43137</c:v>
                </c:pt>
                <c:pt idx="1258">
                  <c:v>43138</c:v>
                </c:pt>
              </c:numCache>
            </c:numRef>
          </c:cat>
          <c:val>
            <c:numRef>
              <c:f>Returns!$B$2:$B$1260</c:f>
              <c:numCache>
                <c:formatCode>General</c:formatCode>
                <c:ptCount val="1259"/>
                <c:pt idx="0">
                  <c:v>0</c:v>
                </c:pt>
                <c:pt idx="1">
                  <c:v>5.4867910592504201E-4</c:v>
                </c:pt>
                <c:pt idx="2">
                  <c:v>5.6231861974200799E-3</c:v>
                </c:pt>
                <c:pt idx="3">
                  <c:v>1.17327173565322E-2</c:v>
                </c:pt>
                <c:pt idx="4">
                  <c:v>6.9767978351027403E-3</c:v>
                </c:pt>
                <c:pt idx="5">
                  <c:v>1.17474441956162E-2</c:v>
                </c:pt>
                <c:pt idx="6">
                  <c:v>1.2543025756876301E-2</c:v>
                </c:pt>
                <c:pt idx="7">
                  <c:v>1.3804095201004301E-2</c:v>
                </c:pt>
                <c:pt idx="8">
                  <c:v>1.1059992283223199E-2</c:v>
                </c:pt>
                <c:pt idx="9">
                  <c:v>1.32802354985721E-2</c:v>
                </c:pt>
                <c:pt idx="10">
                  <c:v>2.3492661100298701E-2</c:v>
                </c:pt>
                <c:pt idx="11">
                  <c:v>5.9217165062703803E-3</c:v>
                </c:pt>
                <c:pt idx="12">
                  <c:v>6.6294304329608204E-3</c:v>
                </c:pt>
                <c:pt idx="13">
                  <c:v>1.39607382657966E-2</c:v>
                </c:pt>
                <c:pt idx="14">
                  <c:v>1.3017160577904099E-2</c:v>
                </c:pt>
                <c:pt idx="15">
                  <c:v>1.6169693821241001E-2</c:v>
                </c:pt>
                <c:pt idx="16">
                  <c:v>2.9885215241831801E-2</c:v>
                </c:pt>
                <c:pt idx="17">
                  <c:v>3.4690890612961899E-2</c:v>
                </c:pt>
                <c:pt idx="18">
                  <c:v>3.1464123141111598E-2</c:v>
                </c:pt>
                <c:pt idx="19">
                  <c:v>3.5391642145185802E-2</c:v>
                </c:pt>
                <c:pt idx="20">
                  <c:v>3.0646669618684799E-2</c:v>
                </c:pt>
                <c:pt idx="21">
                  <c:v>4.1010554264647697E-2</c:v>
                </c:pt>
                <c:pt idx="22">
                  <c:v>3.5826161612274497E-2</c:v>
                </c:pt>
                <c:pt idx="23">
                  <c:v>4.61150506135896E-2</c:v>
                </c:pt>
                <c:pt idx="24">
                  <c:v>4.55597856069287E-2</c:v>
                </c:pt>
                <c:pt idx="25">
                  <c:v>4.2804193396100899E-2</c:v>
                </c:pt>
                <c:pt idx="26">
                  <c:v>4.7455184326471597E-2</c:v>
                </c:pt>
                <c:pt idx="27">
                  <c:v>4.74858316491613E-2</c:v>
                </c:pt>
                <c:pt idx="28">
                  <c:v>4.2666658422110398E-2</c:v>
                </c:pt>
                <c:pt idx="29">
                  <c:v>4.1103423740550697E-2</c:v>
                </c:pt>
                <c:pt idx="30">
                  <c:v>4.7153452608362303E-2</c:v>
                </c:pt>
                <c:pt idx="31">
                  <c:v>4.45594220729503E-2</c:v>
                </c:pt>
                <c:pt idx="32">
                  <c:v>4.4115071106169301E-2</c:v>
                </c:pt>
                <c:pt idx="33">
                  <c:v>4.8276279257310102E-2</c:v>
                </c:pt>
                <c:pt idx="34">
                  <c:v>5.3931369161499702E-2</c:v>
                </c:pt>
                <c:pt idx="35">
                  <c:v>5.4408298477043697E-2</c:v>
                </c:pt>
                <c:pt idx="36">
                  <c:v>5.9521642958773699E-2</c:v>
                </c:pt>
                <c:pt idx="37">
                  <c:v>5.3953374524436402E-2</c:v>
                </c:pt>
                <c:pt idx="38">
                  <c:v>4.71625822465584E-2</c:v>
                </c:pt>
                <c:pt idx="39">
                  <c:v>5.5925274309528802E-2</c:v>
                </c:pt>
                <c:pt idx="40">
                  <c:v>6.0153757304509801E-2</c:v>
                </c:pt>
                <c:pt idx="41">
                  <c:v>6.3473396177085903E-2</c:v>
                </c:pt>
                <c:pt idx="42">
                  <c:v>7.1826705429789597E-2</c:v>
                </c:pt>
                <c:pt idx="43">
                  <c:v>6.8520339601795696E-2</c:v>
                </c:pt>
                <c:pt idx="44">
                  <c:v>6.60452464117669E-2</c:v>
                </c:pt>
                <c:pt idx="45">
                  <c:v>5.4278930586089701E-2</c:v>
                </c:pt>
                <c:pt idx="46">
                  <c:v>5.6213618891052003E-2</c:v>
                </c:pt>
                <c:pt idx="47">
                  <c:v>5.6642645652426001E-2</c:v>
                </c:pt>
                <c:pt idx="48">
                  <c:v>5.6300592236017501E-2</c:v>
                </c:pt>
                <c:pt idx="49">
                  <c:v>6.6748093194769695E-2</c:v>
                </c:pt>
                <c:pt idx="50">
                  <c:v>6.8277049991175495E-2</c:v>
                </c:pt>
                <c:pt idx="51">
                  <c:v>7.7631437596411695E-2</c:v>
                </c:pt>
                <c:pt idx="52">
                  <c:v>7.2292231601690293E-2</c:v>
                </c:pt>
                <c:pt idx="53">
                  <c:v>7.1946781566906107E-2</c:v>
                </c:pt>
                <c:pt idx="54">
                  <c:v>7.2329592413836005E-2</c:v>
                </c:pt>
                <c:pt idx="55">
                  <c:v>7.3784866367619203E-2</c:v>
                </c:pt>
                <c:pt idx="56">
                  <c:v>7.6696453619997204E-2</c:v>
                </c:pt>
                <c:pt idx="57">
                  <c:v>6.8888712989279399E-2</c:v>
                </c:pt>
                <c:pt idx="58">
                  <c:v>8.2653100841559995E-2</c:v>
                </c:pt>
                <c:pt idx="59">
                  <c:v>8.7195721280597993E-2</c:v>
                </c:pt>
                <c:pt idx="60">
                  <c:v>8.1036011599456295E-2</c:v>
                </c:pt>
                <c:pt idx="61">
                  <c:v>8.3011166164749198E-2</c:v>
                </c:pt>
                <c:pt idx="62">
                  <c:v>8.29524077772225E-2</c:v>
                </c:pt>
                <c:pt idx="63">
                  <c:v>8.1398696720507105E-2</c:v>
                </c:pt>
                <c:pt idx="64">
                  <c:v>8.1898009326866805E-2</c:v>
                </c:pt>
                <c:pt idx="65">
                  <c:v>8.7999422174981801E-2</c:v>
                </c:pt>
                <c:pt idx="66">
                  <c:v>9.4936344805796005E-2</c:v>
                </c:pt>
                <c:pt idx="67">
                  <c:v>0.104870378913534</c:v>
                </c:pt>
                <c:pt idx="68">
                  <c:v>0.10234390870287299</c:v>
                </c:pt>
                <c:pt idx="69">
                  <c:v>0.10981927660334</c:v>
                </c:pt>
                <c:pt idx="70">
                  <c:v>0.116847709406455</c:v>
                </c:pt>
                <c:pt idx="71">
                  <c:v>0.11710581704763801</c:v>
                </c:pt>
                <c:pt idx="72">
                  <c:v>9.2020340480916701E-2</c:v>
                </c:pt>
                <c:pt idx="73">
                  <c:v>8.6992374743784101E-2</c:v>
                </c:pt>
                <c:pt idx="74">
                  <c:v>0.100940379670505</c:v>
                </c:pt>
                <c:pt idx="75">
                  <c:v>9.2472932251949899E-2</c:v>
                </c:pt>
                <c:pt idx="76">
                  <c:v>9.08579202270383E-2</c:v>
                </c:pt>
                <c:pt idx="77">
                  <c:v>9.5235229011410405E-2</c:v>
                </c:pt>
                <c:pt idx="78">
                  <c:v>8.93787813570565E-2</c:v>
                </c:pt>
                <c:pt idx="79">
                  <c:v>8.7408033504746005E-2</c:v>
                </c:pt>
                <c:pt idx="80">
                  <c:v>8.0663429914647103E-2</c:v>
                </c:pt>
                <c:pt idx="81">
                  <c:v>7.3338615217854702E-2</c:v>
                </c:pt>
                <c:pt idx="82">
                  <c:v>9.1891037575212206E-2</c:v>
                </c:pt>
                <c:pt idx="83">
                  <c:v>0.103646735188112</c:v>
                </c:pt>
                <c:pt idx="84">
                  <c:v>8.7315209284800105E-2</c:v>
                </c:pt>
                <c:pt idx="85">
                  <c:v>8.9668882178000897E-2</c:v>
                </c:pt>
                <c:pt idx="86">
                  <c:v>6.8922841429069195E-2</c:v>
                </c:pt>
                <c:pt idx="87">
                  <c:v>8.6184088269803893E-2</c:v>
                </c:pt>
                <c:pt idx="88">
                  <c:v>9.4429870016789999E-2</c:v>
                </c:pt>
                <c:pt idx="89">
                  <c:v>9.5397103007288597E-2</c:v>
                </c:pt>
                <c:pt idx="90">
                  <c:v>0.102378017419528</c:v>
                </c:pt>
                <c:pt idx="91">
                  <c:v>7.6490285908465697E-2</c:v>
                </c:pt>
                <c:pt idx="92">
                  <c:v>6.6808326778195495E-2</c:v>
                </c:pt>
                <c:pt idx="93">
                  <c:v>6.3375871831418101E-2</c:v>
                </c:pt>
                <c:pt idx="94">
                  <c:v>6.1686918198375601E-2</c:v>
                </c:pt>
                <c:pt idx="95">
                  <c:v>7.5261586350473503E-2</c:v>
                </c:pt>
                <c:pt idx="96">
                  <c:v>8.8487884198652694E-2</c:v>
                </c:pt>
                <c:pt idx="97">
                  <c:v>8.9709589979922705E-2</c:v>
                </c:pt>
                <c:pt idx="98">
                  <c:v>8.7100911919114593E-2</c:v>
                </c:pt>
                <c:pt idx="99">
                  <c:v>8.0028659322839799E-2</c:v>
                </c:pt>
                <c:pt idx="100">
                  <c:v>7.6660358672638207E-2</c:v>
                </c:pt>
                <c:pt idx="101">
                  <c:v>8.48136555874969E-2</c:v>
                </c:pt>
                <c:pt idx="102">
                  <c:v>9.5656068931025004E-2</c:v>
                </c:pt>
                <c:pt idx="103">
                  <c:v>0.111510045160661</c:v>
                </c:pt>
                <c:pt idx="104">
                  <c:v>0.10549412766074499</c:v>
                </c:pt>
                <c:pt idx="105">
                  <c:v>0.11806112354932</c:v>
                </c:pt>
                <c:pt idx="106">
                  <c:v>0.123026271954722</c:v>
                </c:pt>
                <c:pt idx="107">
                  <c:v>0.12755192898600201</c:v>
                </c:pt>
                <c:pt idx="108">
                  <c:v>0.138402554705023</c:v>
                </c:pt>
                <c:pt idx="109">
                  <c:v>0.13953996437420099</c:v>
                </c:pt>
                <c:pt idx="110">
                  <c:v>0.140320049912699</c:v>
                </c:pt>
                <c:pt idx="111">
                  <c:v>0.151353618057643</c:v>
                </c:pt>
                <c:pt idx="112">
                  <c:v>0.149321666969987</c:v>
                </c:pt>
                <c:pt idx="113">
                  <c:v>0.15183739413094899</c:v>
                </c:pt>
                <c:pt idx="114">
                  <c:v>0.15391826149097301</c:v>
                </c:pt>
                <c:pt idx="115">
                  <c:v>0.14082727605798601</c:v>
                </c:pt>
                <c:pt idx="116">
                  <c:v>0.14075865007678801</c:v>
                </c:pt>
                <c:pt idx="117">
                  <c:v>0.14376637116660501</c:v>
                </c:pt>
                <c:pt idx="118">
                  <c:v>0.15125817549272499</c:v>
                </c:pt>
                <c:pt idx="119">
                  <c:v>0.147424292376647</c:v>
                </c:pt>
                <c:pt idx="120">
                  <c:v>0.15340305130280599</c:v>
                </c:pt>
                <c:pt idx="121">
                  <c:v>0.15927731621990299</c:v>
                </c:pt>
                <c:pt idx="122">
                  <c:v>0.163311014258018</c:v>
                </c:pt>
                <c:pt idx="123">
                  <c:v>0.15799525800544201</c:v>
                </c:pt>
                <c:pt idx="124">
                  <c:v>0.145466289784459</c:v>
                </c:pt>
                <c:pt idx="125">
                  <c:v>0.14561418306558699</c:v>
                </c:pt>
                <c:pt idx="126">
                  <c:v>0.14577319019466001</c:v>
                </c:pt>
                <c:pt idx="127">
                  <c:v>0.13600006055313901</c:v>
                </c:pt>
                <c:pt idx="128">
                  <c:v>0.13940349134572599</c:v>
                </c:pt>
                <c:pt idx="129">
                  <c:v>0.13832893056390599</c:v>
                </c:pt>
                <c:pt idx="130">
                  <c:v>0.121693726241359</c:v>
                </c:pt>
                <c:pt idx="131">
                  <c:v>0.10952628804738899</c:v>
                </c:pt>
                <c:pt idx="132">
                  <c:v>0.106590845053424</c:v>
                </c:pt>
                <c:pt idx="133">
                  <c:v>9.8962636386875802E-2</c:v>
                </c:pt>
                <c:pt idx="134">
                  <c:v>0.100984882060616</c:v>
                </c:pt>
                <c:pt idx="135">
                  <c:v>9.4337394706711403E-2</c:v>
                </c:pt>
                <c:pt idx="136">
                  <c:v>0.102623185080254</c:v>
                </c:pt>
                <c:pt idx="137">
                  <c:v>0.10375429415404699</c:v>
                </c:pt>
                <c:pt idx="138">
                  <c:v>8.8899810154286094E-2</c:v>
                </c:pt>
                <c:pt idx="139">
                  <c:v>8.1921984912482801E-2</c:v>
                </c:pt>
                <c:pt idx="140">
                  <c:v>8.0711476925609996E-2</c:v>
                </c:pt>
                <c:pt idx="141">
                  <c:v>8.8361220501222498E-2</c:v>
                </c:pt>
                <c:pt idx="142">
                  <c:v>9.6306841994234699E-2</c:v>
                </c:pt>
                <c:pt idx="143">
                  <c:v>7.8579790891809498E-2</c:v>
                </c:pt>
                <c:pt idx="144">
                  <c:v>8.1554244907968906E-2</c:v>
                </c:pt>
                <c:pt idx="145">
                  <c:v>8.7239226636456696E-2</c:v>
                </c:pt>
                <c:pt idx="146">
                  <c:v>8.3332906600168899E-2</c:v>
                </c:pt>
                <c:pt idx="147">
                  <c:v>9.7431128124798594E-2</c:v>
                </c:pt>
                <c:pt idx="148">
                  <c:v>0.10105279004779701</c:v>
                </c:pt>
                <c:pt idx="149">
                  <c:v>0.10345858305147</c:v>
                </c:pt>
                <c:pt idx="150">
                  <c:v>9.8760294086637196E-2</c:v>
                </c:pt>
                <c:pt idx="151">
                  <c:v>0.11369450522081601</c:v>
                </c:pt>
                <c:pt idx="152">
                  <c:v>0.113112221580876</c:v>
                </c:pt>
                <c:pt idx="153">
                  <c:v>0.11771474455020001</c:v>
                </c:pt>
                <c:pt idx="154">
                  <c:v>0.144882608307532</c:v>
                </c:pt>
                <c:pt idx="155">
                  <c:v>0.14008493418149601</c:v>
                </c:pt>
                <c:pt idx="156">
                  <c:v>0.12793293301483599</c:v>
                </c:pt>
                <c:pt idx="157">
                  <c:v>0.133566833768101</c:v>
                </c:pt>
                <c:pt idx="158">
                  <c:v>0.132473749824779</c:v>
                </c:pt>
                <c:pt idx="159">
                  <c:v>0.13088353495270999</c:v>
                </c:pt>
                <c:pt idx="160">
                  <c:v>0.120995323232107</c:v>
                </c:pt>
                <c:pt idx="161">
                  <c:v>0.112744093584689</c:v>
                </c:pt>
                <c:pt idx="162">
                  <c:v>0.116530996301412</c:v>
                </c:pt>
                <c:pt idx="163">
                  <c:v>0.11312494972260299</c:v>
                </c:pt>
                <c:pt idx="164">
                  <c:v>0.113848927451735</c:v>
                </c:pt>
                <c:pt idx="165">
                  <c:v>0.106637522496579</c:v>
                </c:pt>
                <c:pt idx="166">
                  <c:v>0.104068462373198</c:v>
                </c:pt>
                <c:pt idx="167">
                  <c:v>0.102769628606101</c:v>
                </c:pt>
                <c:pt idx="168">
                  <c:v>9.7334905774430103E-2</c:v>
                </c:pt>
                <c:pt idx="169">
                  <c:v>0.111231579772541</c:v>
                </c:pt>
                <c:pt idx="170">
                  <c:v>0.114435537043285</c:v>
                </c:pt>
                <c:pt idx="171">
                  <c:v>0.125826049098412</c:v>
                </c:pt>
                <c:pt idx="172">
                  <c:v>0.13213419692082601</c:v>
                </c:pt>
                <c:pt idx="173">
                  <c:v>0.12972866249377499</c:v>
                </c:pt>
                <c:pt idx="174">
                  <c:v>0.13530504984321901</c:v>
                </c:pt>
                <c:pt idx="175">
                  <c:v>0.159670566065507</c:v>
                </c:pt>
                <c:pt idx="176">
                  <c:v>0.158315609206029</c:v>
                </c:pt>
                <c:pt idx="177">
                  <c:v>0.158009247266546</c:v>
                </c:pt>
                <c:pt idx="178">
                  <c:v>0.16183120202617499</c:v>
                </c:pt>
                <c:pt idx="179">
                  <c:v>0.16547726887049</c:v>
                </c:pt>
                <c:pt idx="180">
                  <c:v>0.16127597975706101</c:v>
                </c:pt>
                <c:pt idx="181">
                  <c:v>0.17114311239789901</c:v>
                </c:pt>
                <c:pt idx="182">
                  <c:v>0.17624079107545401</c:v>
                </c:pt>
                <c:pt idx="183">
                  <c:v>0.17797589228521701</c:v>
                </c:pt>
                <c:pt idx="184">
                  <c:v>0.170626145932084</c:v>
                </c:pt>
                <c:pt idx="185">
                  <c:v>0.17241897480207699</c:v>
                </c:pt>
                <c:pt idx="186">
                  <c:v>0.17484567592630701</c:v>
                </c:pt>
                <c:pt idx="187">
                  <c:v>0.17279998972788399</c:v>
                </c:pt>
                <c:pt idx="188">
                  <c:v>0.17313842591039599</c:v>
                </c:pt>
                <c:pt idx="189">
                  <c:v>0.17797449977557001</c:v>
                </c:pt>
                <c:pt idx="190">
                  <c:v>0.16437628892353201</c:v>
                </c:pt>
                <c:pt idx="191">
                  <c:v>0.180514999599965</c:v>
                </c:pt>
                <c:pt idx="192">
                  <c:v>0.17921884555231599</c:v>
                </c:pt>
                <c:pt idx="193">
                  <c:v>0.16698308537803799</c:v>
                </c:pt>
                <c:pt idx="194">
                  <c:v>0.183374137877268</c:v>
                </c:pt>
                <c:pt idx="195">
                  <c:v>0.18727436536115399</c:v>
                </c:pt>
                <c:pt idx="196">
                  <c:v>0.19895327969752399</c:v>
                </c:pt>
                <c:pt idx="197">
                  <c:v>0.19829759216224699</c:v>
                </c:pt>
                <c:pt idx="198">
                  <c:v>0.20093044965420601</c:v>
                </c:pt>
                <c:pt idx="199">
                  <c:v>0.19789731067635699</c:v>
                </c:pt>
                <c:pt idx="200">
                  <c:v>0.20034100709385</c:v>
                </c:pt>
                <c:pt idx="201">
                  <c:v>0.209185951011645</c:v>
                </c:pt>
                <c:pt idx="202">
                  <c:v>0.20520185887605599</c:v>
                </c:pt>
                <c:pt idx="203">
                  <c:v>0.20585310548281499</c:v>
                </c:pt>
                <c:pt idx="204">
                  <c:v>0.202389536717653</c:v>
                </c:pt>
                <c:pt idx="205">
                  <c:v>0.195421455851014</c:v>
                </c:pt>
                <c:pt idx="206">
                  <c:v>0.180814389499487</c:v>
                </c:pt>
                <c:pt idx="207">
                  <c:v>0.17574343346950799</c:v>
                </c:pt>
                <c:pt idx="208">
                  <c:v>0.18182200003176199</c:v>
                </c:pt>
                <c:pt idx="209">
                  <c:v>0.185103339804674</c:v>
                </c:pt>
                <c:pt idx="210">
                  <c:v>0.187967476621727</c:v>
                </c:pt>
                <c:pt idx="211">
                  <c:v>0.18090910540587299</c:v>
                </c:pt>
                <c:pt idx="212">
                  <c:v>0.176318082624525</c:v>
                </c:pt>
                <c:pt idx="213">
                  <c:v>0.15984575001245999</c:v>
                </c:pt>
                <c:pt idx="214">
                  <c:v>0.16448816667358701</c:v>
                </c:pt>
                <c:pt idx="215">
                  <c:v>0.16624588889306999</c:v>
                </c:pt>
                <c:pt idx="216">
                  <c:v>0.17595452166411699</c:v>
                </c:pt>
                <c:pt idx="217">
                  <c:v>0.18113337725444301</c:v>
                </c:pt>
                <c:pt idx="218">
                  <c:v>0.205686104990078</c:v>
                </c:pt>
                <c:pt idx="219">
                  <c:v>0.21436199010880899</c:v>
                </c:pt>
                <c:pt idx="220">
                  <c:v>0.219722710446423</c:v>
                </c:pt>
                <c:pt idx="221">
                  <c:v>0.21700133309174299</c:v>
                </c:pt>
                <c:pt idx="222">
                  <c:v>0.22143387552768901</c:v>
                </c:pt>
                <c:pt idx="223">
                  <c:v>0.22462525413141499</c:v>
                </c:pt>
                <c:pt idx="224">
                  <c:v>0.22482713794713999</c:v>
                </c:pt>
                <c:pt idx="225">
                  <c:v>0.230528759393688</c:v>
                </c:pt>
                <c:pt idx="226">
                  <c:v>0.21984178855560599</c:v>
                </c:pt>
                <c:pt idx="227">
                  <c:v>0.215182739736867</c:v>
                </c:pt>
                <c:pt idx="228">
                  <c:v>0.22336420886712299</c:v>
                </c:pt>
                <c:pt idx="229">
                  <c:v>0.22360597052690301</c:v>
                </c:pt>
                <c:pt idx="230">
                  <c:v>0.22391027164219901</c:v>
                </c:pt>
                <c:pt idx="231">
                  <c:v>0.22656183730896901</c:v>
                </c:pt>
                <c:pt idx="232">
                  <c:v>0.22889080697378</c:v>
                </c:pt>
                <c:pt idx="233">
                  <c:v>0.22829993796680501</c:v>
                </c:pt>
                <c:pt idx="234">
                  <c:v>0.22156039351515999</c:v>
                </c:pt>
                <c:pt idx="235">
                  <c:v>0.232968180437749</c:v>
                </c:pt>
                <c:pt idx="236">
                  <c:v>0.230604026168926</c:v>
                </c:pt>
                <c:pt idx="237">
                  <c:v>0.23663109429554399</c:v>
                </c:pt>
                <c:pt idx="238">
                  <c:v>0.23840980347885499</c:v>
                </c:pt>
                <c:pt idx="239">
                  <c:v>0.23697075417198499</c:v>
                </c:pt>
                <c:pt idx="240">
                  <c:v>0.227461834215828</c:v>
                </c:pt>
                <c:pt idx="241">
                  <c:v>0.21649361109882101</c:v>
                </c:pt>
                <c:pt idx="242">
                  <c:v>0.197654010513416</c:v>
                </c:pt>
                <c:pt idx="243">
                  <c:v>0.201008281974351</c:v>
                </c:pt>
                <c:pt idx="244">
                  <c:v>0.20252356351801001</c:v>
                </c:pt>
                <c:pt idx="245">
                  <c:v>0.20699481876994499</c:v>
                </c:pt>
                <c:pt idx="246">
                  <c:v>0.19919864662328701</c:v>
                </c:pt>
                <c:pt idx="247">
                  <c:v>0.21393608215665699</c:v>
                </c:pt>
                <c:pt idx="248">
                  <c:v>0.20047539904502401</c:v>
                </c:pt>
                <c:pt idx="249">
                  <c:v>0.19914074887348901</c:v>
                </c:pt>
                <c:pt idx="250">
                  <c:v>0.19453323797066599</c:v>
                </c:pt>
                <c:pt idx="251">
                  <c:v>0.20974171875352299</c:v>
                </c:pt>
                <c:pt idx="252">
                  <c:v>0.21422468738025599</c:v>
                </c:pt>
                <c:pt idx="253">
                  <c:v>0.218078169433468</c:v>
                </c:pt>
                <c:pt idx="254">
                  <c:v>0.23156887855604899</c:v>
                </c:pt>
                <c:pt idx="255">
                  <c:v>0.224576073634667</c:v>
                </c:pt>
                <c:pt idx="256">
                  <c:v>0.23594905152571</c:v>
                </c:pt>
                <c:pt idx="257">
                  <c:v>0.250013441938574</c:v>
                </c:pt>
                <c:pt idx="258">
                  <c:v>0.24559038546293299</c:v>
                </c:pt>
                <c:pt idx="259">
                  <c:v>0.23528288383493401</c:v>
                </c:pt>
                <c:pt idx="260">
                  <c:v>0.27010322672603199</c:v>
                </c:pt>
                <c:pt idx="261">
                  <c:v>0.27147045645267298</c:v>
                </c:pt>
                <c:pt idx="262">
                  <c:v>0.270014846999381</c:v>
                </c:pt>
                <c:pt idx="263">
                  <c:v>0.27606598736681298</c:v>
                </c:pt>
                <c:pt idx="264">
                  <c:v>0.27006827520848098</c:v>
                </c:pt>
                <c:pt idx="265">
                  <c:v>0.27400230742833998</c:v>
                </c:pt>
                <c:pt idx="266">
                  <c:v>0.27194622569893201</c:v>
                </c:pt>
                <c:pt idx="267">
                  <c:v>0.27834024991369399</c:v>
                </c:pt>
                <c:pt idx="268">
                  <c:v>0.28510867071635698</c:v>
                </c:pt>
                <c:pt idx="269">
                  <c:v>0.28870800517838502</c:v>
                </c:pt>
                <c:pt idx="270">
                  <c:v>0.288924496864294</c:v>
                </c:pt>
                <c:pt idx="271">
                  <c:v>0.276581289371784</c:v>
                </c:pt>
                <c:pt idx="272">
                  <c:v>0.282473525295522</c:v>
                </c:pt>
                <c:pt idx="273">
                  <c:v>0.27221582873537498</c:v>
                </c:pt>
                <c:pt idx="274">
                  <c:v>0.28663546523297101</c:v>
                </c:pt>
                <c:pt idx="275">
                  <c:v>0.27936619864500301</c:v>
                </c:pt>
                <c:pt idx="276">
                  <c:v>0.285607030687061</c:v>
                </c:pt>
                <c:pt idx="277">
                  <c:v>0.29480409521201001</c:v>
                </c:pt>
                <c:pt idx="278">
                  <c:v>0.297593649463542</c:v>
                </c:pt>
                <c:pt idx="279">
                  <c:v>0.27226902206688502</c:v>
                </c:pt>
                <c:pt idx="280">
                  <c:v>0.29794157778605801</c:v>
                </c:pt>
                <c:pt idx="281">
                  <c:v>0.29522435028801602</c:v>
                </c:pt>
                <c:pt idx="282">
                  <c:v>0.29554552766428799</c:v>
                </c:pt>
                <c:pt idx="283">
                  <c:v>0.29728778049041199</c:v>
                </c:pt>
                <c:pt idx="284">
                  <c:v>0.29081209398522001</c:v>
                </c:pt>
                <c:pt idx="285">
                  <c:v>0.29344547451463299</c:v>
                </c:pt>
                <c:pt idx="286">
                  <c:v>0.30604588220266798</c:v>
                </c:pt>
                <c:pt idx="287">
                  <c:v>0.31172221163963598</c:v>
                </c:pt>
                <c:pt idx="288">
                  <c:v>0.30643439021195701</c:v>
                </c:pt>
                <c:pt idx="289">
                  <c:v>0.30653788014043098</c:v>
                </c:pt>
                <c:pt idx="290">
                  <c:v>0.311917647554383</c:v>
                </c:pt>
                <c:pt idx="291">
                  <c:v>0.30068463104889798</c:v>
                </c:pt>
                <c:pt idx="292">
                  <c:v>0.28268364764325898</c:v>
                </c:pt>
                <c:pt idx="293">
                  <c:v>0.291906114338218</c:v>
                </c:pt>
                <c:pt idx="294">
                  <c:v>0.29244208570913799</c:v>
                </c:pt>
                <c:pt idx="295">
                  <c:v>0.27155180078157198</c:v>
                </c:pt>
                <c:pt idx="296">
                  <c:v>0.28517708824435001</c:v>
                </c:pt>
                <c:pt idx="297">
                  <c:v>0.289410516804537</c:v>
                </c:pt>
                <c:pt idx="298">
                  <c:v>0.31361505851986599</c:v>
                </c:pt>
                <c:pt idx="299">
                  <c:v>0.31715568062108901</c:v>
                </c:pt>
                <c:pt idx="300">
                  <c:v>0.30969477275089202</c:v>
                </c:pt>
                <c:pt idx="301">
                  <c:v>0.30930057467687599</c:v>
                </c:pt>
                <c:pt idx="302">
                  <c:v>0.312186571826085</c:v>
                </c:pt>
                <c:pt idx="303">
                  <c:v>0.31227853177460202</c:v>
                </c:pt>
                <c:pt idx="304">
                  <c:v>0.31054132210253299</c:v>
                </c:pt>
                <c:pt idx="305">
                  <c:v>0.316117514039994</c:v>
                </c:pt>
                <c:pt idx="306">
                  <c:v>0.31465373927544499</c:v>
                </c:pt>
                <c:pt idx="307">
                  <c:v>0.31415452456700699</c:v>
                </c:pt>
                <c:pt idx="308">
                  <c:v>0.324964469743037</c:v>
                </c:pt>
                <c:pt idx="309">
                  <c:v>0.32661293405917802</c:v>
                </c:pt>
                <c:pt idx="310">
                  <c:v>0.30488238451851202</c:v>
                </c:pt>
                <c:pt idx="311">
                  <c:v>0.31542881980925302</c:v>
                </c:pt>
                <c:pt idx="312">
                  <c:v>0.307202880731196</c:v>
                </c:pt>
                <c:pt idx="313">
                  <c:v>0.32318322930229199</c:v>
                </c:pt>
                <c:pt idx="314">
                  <c:v>0.30680276657470101</c:v>
                </c:pt>
                <c:pt idx="315">
                  <c:v>0.30521434278665699</c:v>
                </c:pt>
                <c:pt idx="316">
                  <c:v>0.30724774333973698</c:v>
                </c:pt>
                <c:pt idx="317">
                  <c:v>0.30751014954665701</c:v>
                </c:pt>
                <c:pt idx="318">
                  <c:v>0.30221288822669401</c:v>
                </c:pt>
                <c:pt idx="319">
                  <c:v>0.30318895345531799</c:v>
                </c:pt>
                <c:pt idx="320">
                  <c:v>0.296846777252674</c:v>
                </c:pt>
                <c:pt idx="321">
                  <c:v>0.298433657115107</c:v>
                </c:pt>
                <c:pt idx="322">
                  <c:v>0.28934914677183299</c:v>
                </c:pt>
                <c:pt idx="323">
                  <c:v>0.29154880621059398</c:v>
                </c:pt>
                <c:pt idx="324">
                  <c:v>0.30064522945813299</c:v>
                </c:pt>
                <c:pt idx="325">
                  <c:v>0.306337836439806</c:v>
                </c:pt>
                <c:pt idx="326">
                  <c:v>0.31014338309513501</c:v>
                </c:pt>
                <c:pt idx="327">
                  <c:v>0.31079518592287803</c:v>
                </c:pt>
                <c:pt idx="328">
                  <c:v>0.30931798084614798</c:v>
                </c:pt>
                <c:pt idx="329">
                  <c:v>0.320195961407503</c:v>
                </c:pt>
                <c:pt idx="330">
                  <c:v>0.31294658461125402</c:v>
                </c:pt>
                <c:pt idx="331">
                  <c:v>0.32139931389728099</c:v>
                </c:pt>
                <c:pt idx="332">
                  <c:v>0.32044793805881899</c:v>
                </c:pt>
                <c:pt idx="333">
                  <c:v>0.33320496280297601</c:v>
                </c:pt>
                <c:pt idx="334">
                  <c:v>0.32639096901317499</c:v>
                </c:pt>
                <c:pt idx="335">
                  <c:v>0.33190871322617499</c:v>
                </c:pt>
                <c:pt idx="336">
                  <c:v>0.326470679524416</c:v>
                </c:pt>
                <c:pt idx="337">
                  <c:v>0.320374548445642</c:v>
                </c:pt>
                <c:pt idx="338">
                  <c:v>0.31444544143963998</c:v>
                </c:pt>
                <c:pt idx="339">
                  <c:v>0.31558764999566102</c:v>
                </c:pt>
                <c:pt idx="340">
                  <c:v>0.31337816218401698</c:v>
                </c:pt>
                <c:pt idx="341">
                  <c:v>0.32000962418588602</c:v>
                </c:pt>
                <c:pt idx="342">
                  <c:v>0.339216709949549</c:v>
                </c:pt>
                <c:pt idx="343">
                  <c:v>0.34973701965155901</c:v>
                </c:pt>
                <c:pt idx="344">
                  <c:v>0.34871425473391399</c:v>
                </c:pt>
                <c:pt idx="345">
                  <c:v>0.34245728154226202</c:v>
                </c:pt>
                <c:pt idx="346">
                  <c:v>0.33746977343631201</c:v>
                </c:pt>
                <c:pt idx="347">
                  <c:v>0.34639261999613602</c:v>
                </c:pt>
                <c:pt idx="348">
                  <c:v>0.34731529255493199</c:v>
                </c:pt>
                <c:pt idx="349">
                  <c:v>0.353748401595469</c:v>
                </c:pt>
                <c:pt idx="350">
                  <c:v>0.35598138109538002</c:v>
                </c:pt>
                <c:pt idx="351">
                  <c:v>0.35710516022746902</c:v>
                </c:pt>
                <c:pt idx="352">
                  <c:v>0.350168772384024</c:v>
                </c:pt>
                <c:pt idx="353">
                  <c:v>0.34672266437064397</c:v>
                </c:pt>
                <c:pt idx="354">
                  <c:v>0.34456789705753299</c:v>
                </c:pt>
                <c:pt idx="355">
                  <c:v>0.34695164012257401</c:v>
                </c:pt>
                <c:pt idx="356">
                  <c:v>0.33806881756632601</c:v>
                </c:pt>
                <c:pt idx="357">
                  <c:v>0.34110965737559101</c:v>
                </c:pt>
                <c:pt idx="358">
                  <c:v>0.34531448631496597</c:v>
                </c:pt>
                <c:pt idx="359">
                  <c:v>0.337338796180363</c:v>
                </c:pt>
                <c:pt idx="360">
                  <c:v>0.34184279996855699</c:v>
                </c:pt>
                <c:pt idx="361">
                  <c:v>0.33963755555746999</c:v>
                </c:pt>
                <c:pt idx="362">
                  <c:v>0.33776089974463402</c:v>
                </c:pt>
                <c:pt idx="363">
                  <c:v>0.34515014748960399</c:v>
                </c:pt>
                <c:pt idx="364">
                  <c:v>0.350073701105794</c:v>
                </c:pt>
                <c:pt idx="365">
                  <c:v>0.35403350213560503</c:v>
                </c:pt>
                <c:pt idx="366">
                  <c:v>0.352508587342312</c:v>
                </c:pt>
                <c:pt idx="367">
                  <c:v>0.343395619672835</c:v>
                </c:pt>
                <c:pt idx="368">
                  <c:v>0.34482693000433701</c:v>
                </c:pt>
                <c:pt idx="369">
                  <c:v>0.35768735241677901</c:v>
                </c:pt>
                <c:pt idx="370">
                  <c:v>0.34929173395458302</c:v>
                </c:pt>
                <c:pt idx="371">
                  <c:v>0.32824735267536498</c:v>
                </c:pt>
                <c:pt idx="372">
                  <c:v>0.311089639310897</c:v>
                </c:pt>
                <c:pt idx="373">
                  <c:v>0.31141955083568901</c:v>
                </c:pt>
                <c:pt idx="374">
                  <c:v>0.31386982868901198</c:v>
                </c:pt>
                <c:pt idx="375">
                  <c:v>0.28491944648625001</c:v>
                </c:pt>
                <c:pt idx="376">
                  <c:v>0.29054322614711903</c:v>
                </c:pt>
                <c:pt idx="377">
                  <c:v>0.28780416024995698</c:v>
                </c:pt>
                <c:pt idx="378">
                  <c:v>0.30503288922667199</c:v>
                </c:pt>
                <c:pt idx="379">
                  <c:v>0.29935054025149799</c:v>
                </c:pt>
                <c:pt idx="380">
                  <c:v>0.30519321575841102</c:v>
                </c:pt>
                <c:pt idx="381">
                  <c:v>0.31132971719144997</c:v>
                </c:pt>
                <c:pt idx="382">
                  <c:v>0.31954098845603701</c:v>
                </c:pt>
                <c:pt idx="383">
                  <c:v>0.31876425063552999</c:v>
                </c:pt>
                <c:pt idx="384">
                  <c:v>0.32976000277383299</c:v>
                </c:pt>
                <c:pt idx="385">
                  <c:v>0.33175939337323102</c:v>
                </c:pt>
                <c:pt idx="386">
                  <c:v>0.33846693615729401</c:v>
                </c:pt>
                <c:pt idx="387">
                  <c:v>0.33929899750100601</c:v>
                </c:pt>
                <c:pt idx="388">
                  <c:v>0.34250880437266201</c:v>
                </c:pt>
                <c:pt idx="389">
                  <c:v>0.34656795983890898</c:v>
                </c:pt>
                <c:pt idx="390">
                  <c:v>0.33809952850234798</c:v>
                </c:pt>
                <c:pt idx="391">
                  <c:v>0.33269433467668902</c:v>
                </c:pt>
                <c:pt idx="392">
                  <c:v>0.34115775948654598</c:v>
                </c:pt>
                <c:pt idx="393">
                  <c:v>0.344277885167113</c:v>
                </c:pt>
                <c:pt idx="394">
                  <c:v>0.341317730746166</c:v>
                </c:pt>
                <c:pt idx="395">
                  <c:v>0.343908357161676</c:v>
                </c:pt>
                <c:pt idx="396">
                  <c:v>0.34412066960676302</c:v>
                </c:pt>
                <c:pt idx="397">
                  <c:v>0.347374386836871</c:v>
                </c:pt>
                <c:pt idx="398">
                  <c:v>0.34191260887946101</c:v>
                </c:pt>
                <c:pt idx="399">
                  <c:v>0.33167836660114702</c:v>
                </c:pt>
                <c:pt idx="400">
                  <c:v>0.33291586742908202</c:v>
                </c:pt>
                <c:pt idx="401">
                  <c:v>0.33639128015485098</c:v>
                </c:pt>
                <c:pt idx="402">
                  <c:v>0.32957551984880001</c:v>
                </c:pt>
                <c:pt idx="403">
                  <c:v>0.32916598861602903</c:v>
                </c:pt>
                <c:pt idx="404">
                  <c:v>0.34118430680550998</c:v>
                </c:pt>
                <c:pt idx="405">
                  <c:v>0.34482512556763001</c:v>
                </c:pt>
                <c:pt idx="406">
                  <c:v>0.35347947816237002</c:v>
                </c:pt>
                <c:pt idx="407">
                  <c:v>0.35056499402581598</c:v>
                </c:pt>
                <c:pt idx="408">
                  <c:v>0.33788822486134201</c:v>
                </c:pt>
                <c:pt idx="409">
                  <c:v>0.33136547728133597</c:v>
                </c:pt>
                <c:pt idx="410">
                  <c:v>0.32968316396611003</c:v>
                </c:pt>
                <c:pt idx="411">
                  <c:v>0.31541213586991101</c:v>
                </c:pt>
                <c:pt idx="412">
                  <c:v>0.31099736448687698</c:v>
                </c:pt>
                <c:pt idx="413">
                  <c:v>0.32287037133735302</c:v>
                </c:pt>
                <c:pt idx="414">
                  <c:v>0.31940838278620798</c:v>
                </c:pt>
                <c:pt idx="415">
                  <c:v>0.30667811980809101</c:v>
                </c:pt>
                <c:pt idx="416">
                  <c:v>0.31660815335266801</c:v>
                </c:pt>
                <c:pt idx="417">
                  <c:v>0.32819728579563001</c:v>
                </c:pt>
                <c:pt idx="418">
                  <c:v>0.323588406963502</c:v>
                </c:pt>
                <c:pt idx="419">
                  <c:v>0.31867134351402299</c:v>
                </c:pt>
                <c:pt idx="420">
                  <c:v>0.34340589569649999</c:v>
                </c:pt>
                <c:pt idx="421">
                  <c:v>0.31913532769175101</c:v>
                </c:pt>
                <c:pt idx="422">
                  <c:v>0.307148690720361</c:v>
                </c:pt>
                <c:pt idx="423">
                  <c:v>0.30343965556346397</c:v>
                </c:pt>
                <c:pt idx="424">
                  <c:v>0.29174295023767199</c:v>
                </c:pt>
                <c:pt idx="425">
                  <c:v>0.276996671657043</c:v>
                </c:pt>
                <c:pt idx="426">
                  <c:v>0.296188192923654</c:v>
                </c:pt>
                <c:pt idx="427">
                  <c:v>0.30254115636991402</c:v>
                </c:pt>
                <c:pt idx="428">
                  <c:v>0.32494565394650898</c:v>
                </c:pt>
                <c:pt idx="429">
                  <c:v>0.34185699995336399</c:v>
                </c:pt>
                <c:pt idx="430">
                  <c:v>0.34766755600240501</c:v>
                </c:pt>
                <c:pt idx="431">
                  <c:v>0.35750228552708802</c:v>
                </c:pt>
                <c:pt idx="432">
                  <c:v>0.37213342655426501</c:v>
                </c:pt>
                <c:pt idx="433">
                  <c:v>0.37838907475455003</c:v>
                </c:pt>
                <c:pt idx="434">
                  <c:v>0.39429043753973603</c:v>
                </c:pt>
                <c:pt idx="435">
                  <c:v>0.39612167901567302</c:v>
                </c:pt>
                <c:pt idx="436">
                  <c:v>0.42146011649130299</c:v>
                </c:pt>
                <c:pt idx="437">
                  <c:v>0.41697129719694198</c:v>
                </c:pt>
                <c:pt idx="438">
                  <c:v>0.42537167578427199</c:v>
                </c:pt>
                <c:pt idx="439">
                  <c:v>0.42763022289692798</c:v>
                </c:pt>
                <c:pt idx="440">
                  <c:v>0.44672053641805398</c:v>
                </c:pt>
                <c:pt idx="441">
                  <c:v>0.43231025666919198</c:v>
                </c:pt>
                <c:pt idx="442">
                  <c:v>0.43689183852792002</c:v>
                </c:pt>
                <c:pt idx="443">
                  <c:v>0.44761366862816798</c:v>
                </c:pt>
                <c:pt idx="444">
                  <c:v>0.43557804563687502</c:v>
                </c:pt>
                <c:pt idx="445">
                  <c:v>0.43763944552072398</c:v>
                </c:pt>
                <c:pt idx="446">
                  <c:v>0.434029769186139</c:v>
                </c:pt>
                <c:pt idx="447">
                  <c:v>0.42641191032985198</c:v>
                </c:pt>
                <c:pt idx="448">
                  <c:v>0.44042367107996799</c:v>
                </c:pt>
                <c:pt idx="449">
                  <c:v>0.44285246693876101</c:v>
                </c:pt>
                <c:pt idx="450">
                  <c:v>0.43471118342491499</c:v>
                </c:pt>
                <c:pt idx="451">
                  <c:v>0.45085155431608498</c:v>
                </c:pt>
                <c:pt idx="452">
                  <c:v>0.44575021923480901</c:v>
                </c:pt>
                <c:pt idx="453">
                  <c:v>0.44364221809371501</c:v>
                </c:pt>
                <c:pt idx="454">
                  <c:v>0.44044245285158501</c:v>
                </c:pt>
                <c:pt idx="455">
                  <c:v>0.449178686259256</c:v>
                </c:pt>
                <c:pt idx="456">
                  <c:v>0.44683121220015898</c:v>
                </c:pt>
                <c:pt idx="457">
                  <c:v>0.44588286709188601</c:v>
                </c:pt>
                <c:pt idx="458">
                  <c:v>0.46291941637487399</c:v>
                </c:pt>
                <c:pt idx="459">
                  <c:v>0.47250132848958398</c:v>
                </c:pt>
                <c:pt idx="460">
                  <c:v>0.46895546240583402</c:v>
                </c:pt>
                <c:pt idx="461">
                  <c:v>0.46446160168810402</c:v>
                </c:pt>
                <c:pt idx="462">
                  <c:v>0.46533053601469598</c:v>
                </c:pt>
                <c:pt idx="463">
                  <c:v>0.47151172273074898</c:v>
                </c:pt>
                <c:pt idx="464">
                  <c:v>0.45456062787934198</c:v>
                </c:pt>
                <c:pt idx="465">
                  <c:v>0.44819647375508698</c:v>
                </c:pt>
                <c:pt idx="466">
                  <c:v>0.44559096673575599</c:v>
                </c:pt>
                <c:pt idx="467">
                  <c:v>0.42562217621505499</c:v>
                </c:pt>
                <c:pt idx="468">
                  <c:v>0.43619265670725199</c:v>
                </c:pt>
                <c:pt idx="469">
                  <c:v>0.47465620900040401</c:v>
                </c:pt>
                <c:pt idx="470">
                  <c:v>0.498873732530693</c:v>
                </c:pt>
                <c:pt idx="471">
                  <c:v>0.50069130614789603</c:v>
                </c:pt>
                <c:pt idx="472">
                  <c:v>0.51579896295472805</c:v>
                </c:pt>
                <c:pt idx="473">
                  <c:v>0.514386810018443</c:v>
                </c:pt>
                <c:pt idx="474">
                  <c:v>0.53221747976406297</c:v>
                </c:pt>
                <c:pt idx="475">
                  <c:v>0.533423393535016</c:v>
                </c:pt>
                <c:pt idx="476">
                  <c:v>0.54009954014658701</c:v>
                </c:pt>
                <c:pt idx="477">
                  <c:v>0.53304040219595705</c:v>
                </c:pt>
                <c:pt idx="478">
                  <c:v>0.51373804323900596</c:v>
                </c:pt>
                <c:pt idx="479">
                  <c:v>0.49737704939209498</c:v>
                </c:pt>
                <c:pt idx="480">
                  <c:v>0.48292326358564402</c:v>
                </c:pt>
                <c:pt idx="481">
                  <c:v>0.46983108088647202</c:v>
                </c:pt>
                <c:pt idx="482">
                  <c:v>0.481907243664077</c:v>
                </c:pt>
                <c:pt idx="483">
                  <c:v>0.49317256504357099</c:v>
                </c:pt>
                <c:pt idx="484">
                  <c:v>0.47542743937192899</c:v>
                </c:pt>
                <c:pt idx="485">
                  <c:v>0.47411202179082101</c:v>
                </c:pt>
                <c:pt idx="486">
                  <c:v>0.45276696560715002</c:v>
                </c:pt>
                <c:pt idx="487">
                  <c:v>0.46747451108366</c:v>
                </c:pt>
                <c:pt idx="488">
                  <c:v>0.46113751297901101</c:v>
                </c:pt>
                <c:pt idx="489">
                  <c:v>0.49037095393537</c:v>
                </c:pt>
                <c:pt idx="490">
                  <c:v>0.47792251975100902</c:v>
                </c:pt>
                <c:pt idx="491">
                  <c:v>0.49300539804348598</c:v>
                </c:pt>
                <c:pt idx="492">
                  <c:v>0.50617864513766198</c:v>
                </c:pt>
                <c:pt idx="493">
                  <c:v>0.48851241373795801</c:v>
                </c:pt>
                <c:pt idx="494">
                  <c:v>0.48553954717158598</c:v>
                </c:pt>
                <c:pt idx="495">
                  <c:v>0.49539226812617998</c:v>
                </c:pt>
                <c:pt idx="496">
                  <c:v>0.47967040815522299</c:v>
                </c:pt>
                <c:pt idx="497">
                  <c:v>0.49410449959012598</c:v>
                </c:pt>
                <c:pt idx="498">
                  <c:v>0.47613808726572798</c:v>
                </c:pt>
                <c:pt idx="499">
                  <c:v>0.48979167135825502</c:v>
                </c:pt>
                <c:pt idx="500">
                  <c:v>0.49020729840383498</c:v>
                </c:pt>
                <c:pt idx="501">
                  <c:v>0.48445304670366701</c:v>
                </c:pt>
                <c:pt idx="502">
                  <c:v>0.49540807970730999</c:v>
                </c:pt>
                <c:pt idx="503">
                  <c:v>0.46660607724569603</c:v>
                </c:pt>
                <c:pt idx="504">
                  <c:v>0.46125076086373201</c:v>
                </c:pt>
                <c:pt idx="505">
                  <c:v>0.46584562459550799</c:v>
                </c:pt>
                <c:pt idx="506">
                  <c:v>0.46122177299797201</c:v>
                </c:pt>
                <c:pt idx="507">
                  <c:v>0.46888520908111903</c:v>
                </c:pt>
                <c:pt idx="508">
                  <c:v>0.46166678723469301</c:v>
                </c:pt>
                <c:pt idx="509">
                  <c:v>0.46535943810180203</c:v>
                </c:pt>
                <c:pt idx="510">
                  <c:v>0.47805478251502798</c:v>
                </c:pt>
                <c:pt idx="511">
                  <c:v>0.47281361993053</c:v>
                </c:pt>
                <c:pt idx="512">
                  <c:v>0.48604061349970701</c:v>
                </c:pt>
                <c:pt idx="513">
                  <c:v>0.49032220369024898</c:v>
                </c:pt>
                <c:pt idx="514">
                  <c:v>0.49750355737775798</c:v>
                </c:pt>
                <c:pt idx="515">
                  <c:v>0.49709158730563702</c:v>
                </c:pt>
                <c:pt idx="516">
                  <c:v>0.486983848656102</c:v>
                </c:pt>
                <c:pt idx="517">
                  <c:v>0.478865824044722</c:v>
                </c:pt>
                <c:pt idx="518">
                  <c:v>0.48328402095586298</c:v>
                </c:pt>
                <c:pt idx="519">
                  <c:v>0.47555316829321698</c:v>
                </c:pt>
                <c:pt idx="520">
                  <c:v>0.47125126399761602</c:v>
                </c:pt>
                <c:pt idx="521">
                  <c:v>0.46520946247457501</c:v>
                </c:pt>
                <c:pt idx="522">
                  <c:v>0.44838911392765901</c:v>
                </c:pt>
                <c:pt idx="523">
                  <c:v>0.44549461939040902</c:v>
                </c:pt>
                <c:pt idx="524">
                  <c:v>0.445575749115943</c:v>
                </c:pt>
                <c:pt idx="525">
                  <c:v>0.443419971798025</c:v>
                </c:pt>
                <c:pt idx="526">
                  <c:v>0.464650525325146</c:v>
                </c:pt>
                <c:pt idx="527">
                  <c:v>0.459712888503156</c:v>
                </c:pt>
                <c:pt idx="528">
                  <c:v>0.47195590569706802</c:v>
                </c:pt>
                <c:pt idx="529">
                  <c:v>0.46643295507555799</c:v>
                </c:pt>
                <c:pt idx="530">
                  <c:v>0.487726257143274</c:v>
                </c:pt>
                <c:pt idx="531">
                  <c:v>0.48252821411962599</c:v>
                </c:pt>
                <c:pt idx="532">
                  <c:v>0.48956512808759201</c:v>
                </c:pt>
                <c:pt idx="533">
                  <c:v>0.47899463007355503</c:v>
                </c:pt>
                <c:pt idx="534">
                  <c:v>0.469645718002766</c:v>
                </c:pt>
                <c:pt idx="535">
                  <c:v>0.447725188201477</c:v>
                </c:pt>
                <c:pt idx="536">
                  <c:v>0.44562545263446102</c:v>
                </c:pt>
                <c:pt idx="537">
                  <c:v>0.45618776447363901</c:v>
                </c:pt>
                <c:pt idx="538">
                  <c:v>0.46611682664751503</c:v>
                </c:pt>
                <c:pt idx="539">
                  <c:v>0.46312717376872498</c:v>
                </c:pt>
                <c:pt idx="540">
                  <c:v>0.458142559178289</c:v>
                </c:pt>
                <c:pt idx="541">
                  <c:v>0.45281679429987698</c:v>
                </c:pt>
                <c:pt idx="542">
                  <c:v>0.46766305446683898</c:v>
                </c:pt>
                <c:pt idx="543">
                  <c:v>0.45946124438097502</c:v>
                </c:pt>
                <c:pt idx="544">
                  <c:v>0.458470467675613</c:v>
                </c:pt>
                <c:pt idx="545">
                  <c:v>0.46823678313543698</c:v>
                </c:pt>
                <c:pt idx="546">
                  <c:v>0.467508675081235</c:v>
                </c:pt>
                <c:pt idx="547">
                  <c:v>0.45733148386852501</c:v>
                </c:pt>
                <c:pt idx="548">
                  <c:v>0.46636685276062201</c:v>
                </c:pt>
                <c:pt idx="549">
                  <c:v>0.46081743459833002</c:v>
                </c:pt>
                <c:pt idx="550">
                  <c:v>0.45036775508162602</c:v>
                </c:pt>
                <c:pt idx="551">
                  <c:v>0.44754856785818897</c:v>
                </c:pt>
                <c:pt idx="552">
                  <c:v>0.462513821719506</c:v>
                </c:pt>
                <c:pt idx="553">
                  <c:v>0.45757607263995098</c:v>
                </c:pt>
                <c:pt idx="554">
                  <c:v>0.45179014566541498</c:v>
                </c:pt>
                <c:pt idx="555">
                  <c:v>0.45718221000787101</c:v>
                </c:pt>
                <c:pt idx="556">
                  <c:v>0.46712507226451899</c:v>
                </c:pt>
                <c:pt idx="557">
                  <c:v>0.44867941430862002</c:v>
                </c:pt>
                <c:pt idx="558">
                  <c:v>0.45073315027662098</c:v>
                </c:pt>
                <c:pt idx="559">
                  <c:v>0.44901835254945899</c:v>
                </c:pt>
                <c:pt idx="560">
                  <c:v>0.43717862769168297</c:v>
                </c:pt>
                <c:pt idx="561">
                  <c:v>0.443951830788611</c:v>
                </c:pt>
                <c:pt idx="562">
                  <c:v>0.45137536355471303</c:v>
                </c:pt>
                <c:pt idx="563">
                  <c:v>0.43510204221057902</c:v>
                </c:pt>
                <c:pt idx="564">
                  <c:v>0.42415885064803399</c:v>
                </c:pt>
                <c:pt idx="565">
                  <c:v>0.44413767334168403</c:v>
                </c:pt>
                <c:pt idx="566">
                  <c:v>0.44214018830945201</c:v>
                </c:pt>
                <c:pt idx="567">
                  <c:v>0.43010876771892398</c:v>
                </c:pt>
                <c:pt idx="568">
                  <c:v>0.44094202676864702</c:v>
                </c:pt>
                <c:pt idx="569">
                  <c:v>0.444258897010539</c:v>
                </c:pt>
                <c:pt idx="570">
                  <c:v>0.455272049489372</c:v>
                </c:pt>
                <c:pt idx="571">
                  <c:v>0.45201879772345299</c:v>
                </c:pt>
                <c:pt idx="572">
                  <c:v>0.45724286696687</c:v>
                </c:pt>
                <c:pt idx="573">
                  <c:v>0.46189231307469297</c:v>
                </c:pt>
                <c:pt idx="574">
                  <c:v>0.459707829872603</c:v>
                </c:pt>
                <c:pt idx="575">
                  <c:v>0.45695282438076001</c:v>
                </c:pt>
                <c:pt idx="576">
                  <c:v>0.455075632529582</c:v>
                </c:pt>
                <c:pt idx="577">
                  <c:v>0.447079634955869</c:v>
                </c:pt>
                <c:pt idx="578">
                  <c:v>0.45019883136215399</c:v>
                </c:pt>
                <c:pt idx="579">
                  <c:v>0.452923357227284</c:v>
                </c:pt>
                <c:pt idx="580">
                  <c:v>0.44564072918048298</c:v>
                </c:pt>
                <c:pt idx="581">
                  <c:v>0.43841765676557298</c:v>
                </c:pt>
                <c:pt idx="582">
                  <c:v>0.43836054732847601</c:v>
                </c:pt>
                <c:pt idx="583">
                  <c:v>0.434225664509932</c:v>
                </c:pt>
                <c:pt idx="584">
                  <c:v>0.42611910867958902</c:v>
                </c:pt>
                <c:pt idx="585">
                  <c:v>0.41254307468832802</c:v>
                </c:pt>
                <c:pt idx="586">
                  <c:v>0.40759365951234999</c:v>
                </c:pt>
                <c:pt idx="587">
                  <c:v>0.41336743271827803</c:v>
                </c:pt>
                <c:pt idx="588">
                  <c:v>0.42245054751703998</c:v>
                </c:pt>
                <c:pt idx="589">
                  <c:v>0.42404252525048702</c:v>
                </c:pt>
                <c:pt idx="590">
                  <c:v>0.40828582099487098</c:v>
                </c:pt>
                <c:pt idx="591">
                  <c:v>0.40303802246056297</c:v>
                </c:pt>
                <c:pt idx="592">
                  <c:v>0.41271023797549</c:v>
                </c:pt>
                <c:pt idx="593">
                  <c:v>0.42070562581612497</c:v>
                </c:pt>
                <c:pt idx="594">
                  <c:v>0.434476953400453</c:v>
                </c:pt>
                <c:pt idx="595">
                  <c:v>0.43109066187402501</c:v>
                </c:pt>
                <c:pt idx="596">
                  <c:v>0.436990683318627</c:v>
                </c:pt>
                <c:pt idx="597">
                  <c:v>0.42542366641387402</c:v>
                </c:pt>
                <c:pt idx="598">
                  <c:v>0.42430184385911401</c:v>
                </c:pt>
                <c:pt idx="599">
                  <c:v>0.40996380481542</c:v>
                </c:pt>
                <c:pt idx="600">
                  <c:v>0.40982446346754098</c:v>
                </c:pt>
                <c:pt idx="601">
                  <c:v>0.40748712644063301</c:v>
                </c:pt>
                <c:pt idx="602">
                  <c:v>0.412203394529086</c:v>
                </c:pt>
                <c:pt idx="603">
                  <c:v>0.419438810664712</c:v>
                </c:pt>
                <c:pt idx="604">
                  <c:v>0.40838665468316798</c:v>
                </c:pt>
                <c:pt idx="605">
                  <c:v>0.42058137298458298</c:v>
                </c:pt>
                <c:pt idx="606">
                  <c:v>0.42275124923456597</c:v>
                </c:pt>
                <c:pt idx="607">
                  <c:v>0.42483563472743202</c:v>
                </c:pt>
                <c:pt idx="608">
                  <c:v>0.41747764291358003</c:v>
                </c:pt>
                <c:pt idx="609">
                  <c:v>0.43074473470562002</c:v>
                </c:pt>
                <c:pt idx="610">
                  <c:v>0.426876036662998</c:v>
                </c:pt>
                <c:pt idx="611">
                  <c:v>0.43218101602296399</c:v>
                </c:pt>
                <c:pt idx="612">
                  <c:v>0.441675445774175</c:v>
                </c:pt>
                <c:pt idx="613">
                  <c:v>0.44322538238055098</c:v>
                </c:pt>
                <c:pt idx="614">
                  <c:v>0.443342278040675</c:v>
                </c:pt>
                <c:pt idx="615">
                  <c:v>0.43938263916974701</c:v>
                </c:pt>
                <c:pt idx="616">
                  <c:v>0.43231096697069199</c:v>
                </c:pt>
                <c:pt idx="617">
                  <c:v>0.42910342734720502</c:v>
                </c:pt>
                <c:pt idx="618">
                  <c:v>0.41318201805752602</c:v>
                </c:pt>
                <c:pt idx="619">
                  <c:v>0.41150953133960899</c:v>
                </c:pt>
                <c:pt idx="620">
                  <c:v>0.424921511401124</c:v>
                </c:pt>
                <c:pt idx="621">
                  <c:v>0.42974557772611699</c:v>
                </c:pt>
                <c:pt idx="622">
                  <c:v>0.43373959058349898</c:v>
                </c:pt>
                <c:pt idx="623">
                  <c:v>0.44822290327953601</c:v>
                </c:pt>
                <c:pt idx="624">
                  <c:v>0.457402662238374</c:v>
                </c:pt>
                <c:pt idx="625">
                  <c:v>0.45779610621050398</c:v>
                </c:pt>
                <c:pt idx="626">
                  <c:v>0.457644136305771</c:v>
                </c:pt>
                <c:pt idx="627">
                  <c:v>0.45549850116620899</c:v>
                </c:pt>
                <c:pt idx="628">
                  <c:v>0.45115203819414401</c:v>
                </c:pt>
                <c:pt idx="629">
                  <c:v>0.463574886113016</c:v>
                </c:pt>
                <c:pt idx="630">
                  <c:v>0.45507503147052197</c:v>
                </c:pt>
                <c:pt idx="631">
                  <c:v>0.45154061410497098</c:v>
                </c:pt>
                <c:pt idx="632">
                  <c:v>0.43587255314662998</c:v>
                </c:pt>
                <c:pt idx="633">
                  <c:v>0.45510705337886398</c:v>
                </c:pt>
                <c:pt idx="634">
                  <c:v>0.45919859239704902</c:v>
                </c:pt>
                <c:pt idx="635">
                  <c:v>0.47168174238738703</c:v>
                </c:pt>
                <c:pt idx="636">
                  <c:v>0.46099070318818502</c:v>
                </c:pt>
                <c:pt idx="637">
                  <c:v>0.45135644144164799</c:v>
                </c:pt>
                <c:pt idx="638">
                  <c:v>0.43673419275441699</c:v>
                </c:pt>
                <c:pt idx="639">
                  <c:v>0.34185004343554998</c:v>
                </c:pt>
                <c:pt idx="640">
                  <c:v>0.39036326285585199</c:v>
                </c:pt>
                <c:pt idx="641">
                  <c:v>0.35463583325154102</c:v>
                </c:pt>
                <c:pt idx="642">
                  <c:v>0.38835318030828397</c:v>
                </c:pt>
                <c:pt idx="643">
                  <c:v>0.391785907573096</c:v>
                </c:pt>
                <c:pt idx="644">
                  <c:v>0.38949598599485702</c:v>
                </c:pt>
                <c:pt idx="645">
                  <c:v>0.34689696251778701</c:v>
                </c:pt>
                <c:pt idx="646">
                  <c:v>0.35139007234299002</c:v>
                </c:pt>
                <c:pt idx="647">
                  <c:v>0.35413755782176398</c:v>
                </c:pt>
                <c:pt idx="648">
                  <c:v>0.33713114120149301</c:v>
                </c:pt>
                <c:pt idx="649">
                  <c:v>0.34654873422129501</c:v>
                </c:pt>
                <c:pt idx="650">
                  <c:v>0.36601469900160999</c:v>
                </c:pt>
                <c:pt idx="651">
                  <c:v>0.332911226875654</c:v>
                </c:pt>
                <c:pt idx="652">
                  <c:v>0.33465831104709198</c:v>
                </c:pt>
                <c:pt idx="653">
                  <c:v>0.34683349540217101</c:v>
                </c:pt>
                <c:pt idx="654">
                  <c:v>0.35037905555221299</c:v>
                </c:pt>
                <c:pt idx="655">
                  <c:v>0.36324349928923999</c:v>
                </c:pt>
                <c:pt idx="656">
                  <c:v>0.371582822988968</c:v>
                </c:pt>
                <c:pt idx="657">
                  <c:v>0.35503878410664202</c:v>
                </c:pt>
                <c:pt idx="658">
                  <c:v>0.35860993645708</c:v>
                </c:pt>
                <c:pt idx="659">
                  <c:v>0.34573852171300801</c:v>
                </c:pt>
                <c:pt idx="660">
                  <c:v>0.34517939377229201</c:v>
                </c:pt>
                <c:pt idx="661">
                  <c:v>0.33566381941178502</c:v>
                </c:pt>
                <c:pt idx="662">
                  <c:v>0.358701566910341</c:v>
                </c:pt>
                <c:pt idx="663">
                  <c:v>0.35098510974397701</c:v>
                </c:pt>
                <c:pt idx="664">
                  <c:v>0.34466787895680101</c:v>
                </c:pt>
                <c:pt idx="665">
                  <c:v>0.36907933693973399</c:v>
                </c:pt>
                <c:pt idx="666">
                  <c:v>0.37422409131698398</c:v>
                </c:pt>
                <c:pt idx="667">
                  <c:v>0.35596369404693401</c:v>
                </c:pt>
                <c:pt idx="668">
                  <c:v>0.38737882190719902</c:v>
                </c:pt>
                <c:pt idx="669">
                  <c:v>0.39482872916767803</c:v>
                </c:pt>
                <c:pt idx="670">
                  <c:v>0.39516181570303899</c:v>
                </c:pt>
                <c:pt idx="671">
                  <c:v>0.38839766679431498</c:v>
                </c:pt>
                <c:pt idx="672">
                  <c:v>0.41637064130117601</c:v>
                </c:pt>
                <c:pt idx="673">
                  <c:v>0.41491237137986903</c:v>
                </c:pt>
                <c:pt idx="674">
                  <c:v>0.41340758179528098</c:v>
                </c:pt>
                <c:pt idx="675">
                  <c:v>0.41274964398181901</c:v>
                </c:pt>
                <c:pt idx="676">
                  <c:v>0.41527041185142899</c:v>
                </c:pt>
                <c:pt idx="677">
                  <c:v>0.43456704379654798</c:v>
                </c:pt>
                <c:pt idx="678">
                  <c:v>0.42447177845218698</c:v>
                </c:pt>
                <c:pt idx="679">
                  <c:v>0.42419856696967001</c:v>
                </c:pt>
                <c:pt idx="680">
                  <c:v>0.43767416004190701</c:v>
                </c:pt>
                <c:pt idx="681">
                  <c:v>0.44189295513617799</c:v>
                </c:pt>
                <c:pt idx="682">
                  <c:v>0.46791996811966202</c:v>
                </c:pt>
                <c:pt idx="683">
                  <c:v>0.46550548685668303</c:v>
                </c:pt>
                <c:pt idx="684">
                  <c:v>0.46249164069225401</c:v>
                </c:pt>
                <c:pt idx="685">
                  <c:v>0.46906871671282602</c:v>
                </c:pt>
                <c:pt idx="686">
                  <c:v>0.47597521521230302</c:v>
                </c:pt>
                <c:pt idx="687">
                  <c:v>0.47182713529890902</c:v>
                </c:pt>
                <c:pt idx="688">
                  <c:v>0.46570476137473399</c:v>
                </c:pt>
                <c:pt idx="689">
                  <c:v>0.47629597068964002</c:v>
                </c:pt>
                <c:pt idx="690">
                  <c:v>0.47709320922758602</c:v>
                </c:pt>
                <c:pt idx="691">
                  <c:v>0.477746163114316</c:v>
                </c:pt>
                <c:pt idx="692">
                  <c:v>0.48060411183039198</c:v>
                </c:pt>
                <c:pt idx="693">
                  <c:v>0.46673946100525499</c:v>
                </c:pt>
                <c:pt idx="694">
                  <c:v>0.46614032592765797</c:v>
                </c:pt>
                <c:pt idx="695">
                  <c:v>0.48611531739626301</c:v>
                </c:pt>
                <c:pt idx="696">
                  <c:v>0.48204885040032303</c:v>
                </c:pt>
                <c:pt idx="697">
                  <c:v>0.46238306495320702</c:v>
                </c:pt>
                <c:pt idx="698">
                  <c:v>0.45446666868859897</c:v>
                </c:pt>
                <c:pt idx="699">
                  <c:v>0.47784650783140398</c:v>
                </c:pt>
                <c:pt idx="700">
                  <c:v>0.45838722124647002</c:v>
                </c:pt>
                <c:pt idx="701">
                  <c:v>0.47680186191560803</c:v>
                </c:pt>
                <c:pt idx="702">
                  <c:v>0.490232555439296</c:v>
                </c:pt>
                <c:pt idx="703">
                  <c:v>0.48962732036369999</c:v>
                </c:pt>
                <c:pt idx="704">
                  <c:v>0.46673173826364101</c:v>
                </c:pt>
                <c:pt idx="705">
                  <c:v>0.472434861142985</c:v>
                </c:pt>
                <c:pt idx="706">
                  <c:v>0.47086600082969998</c:v>
                </c:pt>
                <c:pt idx="707">
                  <c:v>0.47538298478309698</c:v>
                </c:pt>
                <c:pt idx="708">
                  <c:v>0.47759186193931902</c:v>
                </c:pt>
                <c:pt idx="709">
                  <c:v>0.48072754714864302</c:v>
                </c:pt>
                <c:pt idx="710">
                  <c:v>0.45894385888477301</c:v>
                </c:pt>
                <c:pt idx="711">
                  <c:v>0.44489452318740802</c:v>
                </c:pt>
                <c:pt idx="712">
                  <c:v>0.46633005505324798</c:v>
                </c:pt>
                <c:pt idx="713">
                  <c:v>0.46071481648691298</c:v>
                </c:pt>
                <c:pt idx="714">
                  <c:v>0.44979192983128102</c:v>
                </c:pt>
                <c:pt idx="715">
                  <c:v>0.449297625162003</c:v>
                </c:pt>
                <c:pt idx="716">
                  <c:v>0.42903338720345002</c:v>
                </c:pt>
                <c:pt idx="717">
                  <c:v>0.42873586323565399</c:v>
                </c:pt>
                <c:pt idx="718">
                  <c:v>0.430221879669903</c:v>
                </c:pt>
                <c:pt idx="719">
                  <c:v>0.43482520287429699</c:v>
                </c:pt>
                <c:pt idx="720">
                  <c:v>0.45713493572768099</c:v>
                </c:pt>
                <c:pt idx="721">
                  <c:v>0.450124910105276</c:v>
                </c:pt>
                <c:pt idx="722">
                  <c:v>0.434475273079172</c:v>
                </c:pt>
                <c:pt idx="723">
                  <c:v>0.43323627369602002</c:v>
                </c:pt>
                <c:pt idx="724">
                  <c:v>0.44534730732488598</c:v>
                </c:pt>
                <c:pt idx="725">
                  <c:v>0.45644467132996702</c:v>
                </c:pt>
                <c:pt idx="726">
                  <c:v>0.452519032300639</c:v>
                </c:pt>
                <c:pt idx="727">
                  <c:v>0.46696820583974202</c:v>
                </c:pt>
                <c:pt idx="728">
                  <c:v>0.471876743708327</c:v>
                </c:pt>
                <c:pt idx="729">
                  <c:v>0.45866117752143398</c:v>
                </c:pt>
                <c:pt idx="730">
                  <c:v>0.42538346533072002</c:v>
                </c:pt>
                <c:pt idx="731">
                  <c:v>0.41643537494250998</c:v>
                </c:pt>
                <c:pt idx="732">
                  <c:v>0.40815755643951501</c:v>
                </c:pt>
                <c:pt idx="733">
                  <c:v>0.39304514578613597</c:v>
                </c:pt>
                <c:pt idx="734">
                  <c:v>0.39397765327837397</c:v>
                </c:pt>
                <c:pt idx="735">
                  <c:v>0.380861559650638</c:v>
                </c:pt>
                <c:pt idx="736">
                  <c:v>0.388741398424444</c:v>
                </c:pt>
                <c:pt idx="737">
                  <c:v>0.39391565060731998</c:v>
                </c:pt>
                <c:pt idx="738">
                  <c:v>0.36987335769393498</c:v>
                </c:pt>
                <c:pt idx="739">
                  <c:v>0.354653947921171</c:v>
                </c:pt>
                <c:pt idx="740">
                  <c:v>0.37875237735098399</c:v>
                </c:pt>
                <c:pt idx="741">
                  <c:v>0.34446696434410801</c:v>
                </c:pt>
                <c:pt idx="742">
                  <c:v>0.33933619440371199</c:v>
                </c:pt>
                <c:pt idx="743">
                  <c:v>0.35520542215187101</c:v>
                </c:pt>
                <c:pt idx="744">
                  <c:v>0.35906404590223401</c:v>
                </c:pt>
                <c:pt idx="745">
                  <c:v>0.35432041080033899</c:v>
                </c:pt>
                <c:pt idx="746">
                  <c:v>0.36706505288754798</c:v>
                </c:pt>
                <c:pt idx="747">
                  <c:v>0.37474567250629098</c:v>
                </c:pt>
                <c:pt idx="748">
                  <c:v>0.388750313109123</c:v>
                </c:pt>
                <c:pt idx="749">
                  <c:v>0.40043226111767999</c:v>
                </c:pt>
                <c:pt idx="750">
                  <c:v>0.40645735407363898</c:v>
                </c:pt>
                <c:pt idx="751">
                  <c:v>0.42022776932019201</c:v>
                </c:pt>
                <c:pt idx="752">
                  <c:v>0.42299399710269697</c:v>
                </c:pt>
                <c:pt idx="753">
                  <c:v>0.42303913857314202</c:v>
                </c:pt>
                <c:pt idx="754">
                  <c:v>0.410805865155768</c:v>
                </c:pt>
                <c:pt idx="755">
                  <c:v>0.39411297874835699</c:v>
                </c:pt>
                <c:pt idx="756">
                  <c:v>0.41119456078826699</c:v>
                </c:pt>
                <c:pt idx="757">
                  <c:v>0.38206795737363503</c:v>
                </c:pt>
                <c:pt idx="758">
                  <c:v>0.38574598891742101</c:v>
                </c:pt>
                <c:pt idx="759">
                  <c:v>0.41225465628693098</c:v>
                </c:pt>
                <c:pt idx="760">
                  <c:v>0.42674217212287402</c:v>
                </c:pt>
                <c:pt idx="761">
                  <c:v>0.41984983601767001</c:v>
                </c:pt>
                <c:pt idx="762">
                  <c:v>0.422705556342311</c:v>
                </c:pt>
                <c:pt idx="763">
                  <c:v>0.434583998069833</c:v>
                </c:pt>
                <c:pt idx="764">
                  <c:v>0.439290011157636</c:v>
                </c:pt>
                <c:pt idx="765">
                  <c:v>0.42494145638848002</c:v>
                </c:pt>
                <c:pt idx="766">
                  <c:v>0.451356243843614</c:v>
                </c:pt>
                <c:pt idx="767">
                  <c:v>0.46166888653454502</c:v>
                </c:pt>
                <c:pt idx="768">
                  <c:v>0.44123142218466099</c:v>
                </c:pt>
                <c:pt idx="769">
                  <c:v>0.44373528492044401</c:v>
                </c:pt>
                <c:pt idx="770">
                  <c:v>0.45263779062550502</c:v>
                </c:pt>
                <c:pt idx="771">
                  <c:v>0.46095290131037198</c:v>
                </c:pt>
                <c:pt idx="772">
                  <c:v>0.46275451663225797</c:v>
                </c:pt>
                <c:pt idx="773">
                  <c:v>0.46343260675629599</c:v>
                </c:pt>
                <c:pt idx="774">
                  <c:v>0.464295794476693</c:v>
                </c:pt>
                <c:pt idx="775">
                  <c:v>0.47399665192785301</c:v>
                </c:pt>
                <c:pt idx="776">
                  <c:v>0.47647922647227797</c:v>
                </c:pt>
                <c:pt idx="777">
                  <c:v>0.475560645594646</c:v>
                </c:pt>
                <c:pt idx="778">
                  <c:v>0.48779339865495303</c:v>
                </c:pt>
                <c:pt idx="779">
                  <c:v>0.48057556981216099</c:v>
                </c:pt>
                <c:pt idx="780">
                  <c:v>0.48699373643148403</c:v>
                </c:pt>
                <c:pt idx="781">
                  <c:v>0.49077243328928299</c:v>
                </c:pt>
                <c:pt idx="782">
                  <c:v>0.50969633475133302</c:v>
                </c:pt>
                <c:pt idx="783">
                  <c:v>0.51166476209878298</c:v>
                </c:pt>
                <c:pt idx="784">
                  <c:v>0.50731977584051302</c:v>
                </c:pt>
                <c:pt idx="785">
                  <c:v>0.507734175632651</c:v>
                </c:pt>
                <c:pt idx="786">
                  <c:v>0.49638770074094601</c:v>
                </c:pt>
                <c:pt idx="787">
                  <c:v>0.50775001457721303</c:v>
                </c:pt>
                <c:pt idx="788">
                  <c:v>0.50112349042251902</c:v>
                </c:pt>
                <c:pt idx="789">
                  <c:v>0.51162299063343397</c:v>
                </c:pt>
                <c:pt idx="790">
                  <c:v>0.51482052537480305</c:v>
                </c:pt>
                <c:pt idx="791">
                  <c:v>0.51294744058627795</c:v>
                </c:pt>
                <c:pt idx="792">
                  <c:v>0.52644585539549504</c:v>
                </c:pt>
                <c:pt idx="793">
                  <c:v>0.51958458212638403</c:v>
                </c:pt>
                <c:pt idx="794">
                  <c:v>0.50015070386048699</c:v>
                </c:pt>
                <c:pt idx="795">
                  <c:v>0.50458745490917201</c:v>
                </c:pt>
                <c:pt idx="796">
                  <c:v>0.50798389976963398</c:v>
                </c:pt>
                <c:pt idx="797">
                  <c:v>0.497368602594981</c:v>
                </c:pt>
                <c:pt idx="798">
                  <c:v>0.49603480296778402</c:v>
                </c:pt>
                <c:pt idx="799">
                  <c:v>0.51096305969797995</c:v>
                </c:pt>
                <c:pt idx="800">
                  <c:v>0.50720788898058</c:v>
                </c:pt>
                <c:pt idx="801">
                  <c:v>0.51244834088847901</c:v>
                </c:pt>
                <c:pt idx="802">
                  <c:v>0.50895821917080797</c:v>
                </c:pt>
                <c:pt idx="803">
                  <c:v>0.52789563551384899</c:v>
                </c:pt>
                <c:pt idx="804">
                  <c:v>0.537035704984962</c:v>
                </c:pt>
                <c:pt idx="805">
                  <c:v>0.51813598213095602</c:v>
                </c:pt>
                <c:pt idx="806">
                  <c:v>0.50422659987582996</c:v>
                </c:pt>
                <c:pt idx="807">
                  <c:v>0.50292779509478203</c:v>
                </c:pt>
                <c:pt idx="808">
                  <c:v>0.51033438486833005</c:v>
                </c:pt>
                <c:pt idx="809">
                  <c:v>0.51017244403613904</c:v>
                </c:pt>
                <c:pt idx="810">
                  <c:v>0.49177963148661602</c:v>
                </c:pt>
                <c:pt idx="811">
                  <c:v>0.50024213700391396</c:v>
                </c:pt>
                <c:pt idx="812">
                  <c:v>0.50086953655453703</c:v>
                </c:pt>
                <c:pt idx="813">
                  <c:v>0.49932164831279802</c:v>
                </c:pt>
                <c:pt idx="814">
                  <c:v>0.49214370816557501</c:v>
                </c:pt>
                <c:pt idx="815">
                  <c:v>0.49576840617547302</c:v>
                </c:pt>
                <c:pt idx="816">
                  <c:v>0.496594909101509</c:v>
                </c:pt>
                <c:pt idx="817">
                  <c:v>0.494158454495085</c:v>
                </c:pt>
                <c:pt idx="818">
                  <c:v>0.49906693036076299</c:v>
                </c:pt>
                <c:pt idx="819">
                  <c:v>0.50506195959966704</c:v>
                </c:pt>
                <c:pt idx="820">
                  <c:v>0.49788960917083303</c:v>
                </c:pt>
                <c:pt idx="821">
                  <c:v>0.49547444955784797</c:v>
                </c:pt>
                <c:pt idx="822">
                  <c:v>0.48104186234683799</c:v>
                </c:pt>
                <c:pt idx="823">
                  <c:v>0.48468438745670001</c:v>
                </c:pt>
                <c:pt idx="824">
                  <c:v>0.46382134198272701</c:v>
                </c:pt>
                <c:pt idx="825">
                  <c:v>0.46133798953835298</c:v>
                </c:pt>
                <c:pt idx="826">
                  <c:v>0.471886999090806</c:v>
                </c:pt>
                <c:pt idx="827">
                  <c:v>0.47143198750784099</c:v>
                </c:pt>
                <c:pt idx="828">
                  <c:v>0.47096268722358903</c:v>
                </c:pt>
                <c:pt idx="829">
                  <c:v>0.48556823183160402</c:v>
                </c:pt>
                <c:pt idx="830">
                  <c:v>0.49775858158543501</c:v>
                </c:pt>
                <c:pt idx="831">
                  <c:v>0.50539804954906897</c:v>
                </c:pt>
                <c:pt idx="832">
                  <c:v>0.51561995081132295</c:v>
                </c:pt>
                <c:pt idx="833">
                  <c:v>0.52024111508843396</c:v>
                </c:pt>
                <c:pt idx="834">
                  <c:v>0.52684448800671102</c:v>
                </c:pt>
                <c:pt idx="835">
                  <c:v>0.52294920180182103</c:v>
                </c:pt>
                <c:pt idx="836">
                  <c:v>0.52314180109087205</c:v>
                </c:pt>
                <c:pt idx="837">
                  <c:v>0.52972601467079905</c:v>
                </c:pt>
                <c:pt idx="838">
                  <c:v>0.52721740910852399</c:v>
                </c:pt>
                <c:pt idx="839">
                  <c:v>0.52376240443512201</c:v>
                </c:pt>
                <c:pt idx="840">
                  <c:v>0.52270307967204599</c:v>
                </c:pt>
                <c:pt idx="841">
                  <c:v>0.518837902128779</c:v>
                </c:pt>
                <c:pt idx="842">
                  <c:v>0.50745843517838796</c:v>
                </c:pt>
                <c:pt idx="843">
                  <c:v>0.51279956768642998</c:v>
                </c:pt>
                <c:pt idx="844">
                  <c:v>0.49841098799337602</c:v>
                </c:pt>
                <c:pt idx="845">
                  <c:v>0.509224617283768</c:v>
                </c:pt>
                <c:pt idx="846">
                  <c:v>0.52282564647138996</c:v>
                </c:pt>
                <c:pt idx="847">
                  <c:v>0.52083978202269698</c:v>
                </c:pt>
                <c:pt idx="848">
                  <c:v>0.52197886684080297</c:v>
                </c:pt>
                <c:pt idx="849">
                  <c:v>0.53176252165108895</c:v>
                </c:pt>
                <c:pt idx="850">
                  <c:v>0.50970534286818303</c:v>
                </c:pt>
                <c:pt idx="851">
                  <c:v>0.49875093429781098</c:v>
                </c:pt>
                <c:pt idx="852">
                  <c:v>0.51371083359251202</c:v>
                </c:pt>
                <c:pt idx="853">
                  <c:v>0.52638587024758299</c:v>
                </c:pt>
                <c:pt idx="854">
                  <c:v>0.54089568628215301</c:v>
                </c:pt>
                <c:pt idx="855">
                  <c:v>0.56204368637749402</c:v>
                </c:pt>
                <c:pt idx="856">
                  <c:v>0.55794357306618603</c:v>
                </c:pt>
                <c:pt idx="857">
                  <c:v>0.55184547783993299</c:v>
                </c:pt>
                <c:pt idx="858">
                  <c:v>0.56248717259646297</c:v>
                </c:pt>
                <c:pt idx="859">
                  <c:v>0.561803619679345</c:v>
                </c:pt>
                <c:pt idx="860">
                  <c:v>0.57825794913963602</c:v>
                </c:pt>
                <c:pt idx="861">
                  <c:v>0.58074608064493904</c:v>
                </c:pt>
                <c:pt idx="862">
                  <c:v>0.58303117906407498</c:v>
                </c:pt>
                <c:pt idx="863">
                  <c:v>0.58993273207152597</c:v>
                </c:pt>
                <c:pt idx="864">
                  <c:v>0.58930463934968402</c:v>
                </c:pt>
                <c:pt idx="865">
                  <c:v>0.58122937123018503</c:v>
                </c:pt>
                <c:pt idx="866">
                  <c:v>0.583958193669604</c:v>
                </c:pt>
                <c:pt idx="867">
                  <c:v>0.58938929981044696</c:v>
                </c:pt>
                <c:pt idx="868">
                  <c:v>0.58577553128941795</c:v>
                </c:pt>
                <c:pt idx="869">
                  <c:v>0.58387041404634599</c:v>
                </c:pt>
                <c:pt idx="870">
                  <c:v>0.58940867645595296</c:v>
                </c:pt>
                <c:pt idx="871">
                  <c:v>0.581766578825338</c:v>
                </c:pt>
                <c:pt idx="872">
                  <c:v>0.57361215613418404</c:v>
                </c:pt>
                <c:pt idx="873">
                  <c:v>0.572656482879636</c:v>
                </c:pt>
                <c:pt idx="874">
                  <c:v>0.57956002111882898</c:v>
                </c:pt>
                <c:pt idx="875">
                  <c:v>0.58159234390144199</c:v>
                </c:pt>
                <c:pt idx="876">
                  <c:v>0.58097118392710001</c:v>
                </c:pt>
                <c:pt idx="877">
                  <c:v>0.57744409934407903</c:v>
                </c:pt>
                <c:pt idx="878">
                  <c:v>0.57612683775031903</c:v>
                </c:pt>
                <c:pt idx="879">
                  <c:v>0.583897583923912</c:v>
                </c:pt>
                <c:pt idx="880">
                  <c:v>0.57901533144175399</c:v>
                </c:pt>
                <c:pt idx="881">
                  <c:v>0.57700699998896199</c:v>
                </c:pt>
                <c:pt idx="882">
                  <c:v>0.57709928001897004</c:v>
                </c:pt>
                <c:pt idx="883">
                  <c:v>0.57328513076761101</c:v>
                </c:pt>
                <c:pt idx="884">
                  <c:v>0.57980497610484205</c:v>
                </c:pt>
                <c:pt idx="885">
                  <c:v>0.57744857978633601</c:v>
                </c:pt>
                <c:pt idx="886">
                  <c:v>0.56727387585341504</c:v>
                </c:pt>
                <c:pt idx="887">
                  <c:v>0.55988922846588796</c:v>
                </c:pt>
                <c:pt idx="888">
                  <c:v>0.57301852928730801</c:v>
                </c:pt>
                <c:pt idx="889">
                  <c:v>0.57426948039731496</c:v>
                </c:pt>
                <c:pt idx="890">
                  <c:v>0.57070222647192503</c:v>
                </c:pt>
                <c:pt idx="891">
                  <c:v>0.57325544435821196</c:v>
                </c:pt>
                <c:pt idx="892">
                  <c:v>0.56496429944321302</c:v>
                </c:pt>
                <c:pt idx="893">
                  <c:v>0.56331938954926197</c:v>
                </c:pt>
                <c:pt idx="894">
                  <c:v>0.56519078351373198</c:v>
                </c:pt>
                <c:pt idx="895">
                  <c:v>0.55562207242122197</c:v>
                </c:pt>
                <c:pt idx="896">
                  <c:v>0.56842488635029198</c:v>
                </c:pt>
                <c:pt idx="897">
                  <c:v>0.56786388272822896</c:v>
                </c:pt>
                <c:pt idx="898">
                  <c:v>0.56639973887320805</c:v>
                </c:pt>
                <c:pt idx="899">
                  <c:v>0.56439641306575505</c:v>
                </c:pt>
                <c:pt idx="900">
                  <c:v>0.56869926139182603</c:v>
                </c:pt>
                <c:pt idx="901">
                  <c:v>0.56475211109650703</c:v>
                </c:pt>
                <c:pt idx="902">
                  <c:v>0.56406135255695999</c:v>
                </c:pt>
                <c:pt idx="903">
                  <c:v>0.55331277141366697</c:v>
                </c:pt>
                <c:pt idx="904">
                  <c:v>0.51662226181910398</c:v>
                </c:pt>
                <c:pt idx="905">
                  <c:v>0.52544602381911798</c:v>
                </c:pt>
                <c:pt idx="906">
                  <c:v>0.50970686089974004</c:v>
                </c:pt>
                <c:pt idx="907">
                  <c:v>0.50311299897839801</c:v>
                </c:pt>
                <c:pt idx="908">
                  <c:v>0.50278378425377501</c:v>
                </c:pt>
                <c:pt idx="909">
                  <c:v>0.51750661399972397</c:v>
                </c:pt>
                <c:pt idx="910">
                  <c:v>0.54230263682008095</c:v>
                </c:pt>
                <c:pt idx="911">
                  <c:v>0.53420031646772803</c:v>
                </c:pt>
                <c:pt idx="912">
                  <c:v>0.54976881927486898</c:v>
                </c:pt>
                <c:pt idx="913">
                  <c:v>0.54492390015306902</c:v>
                </c:pt>
                <c:pt idx="914">
                  <c:v>0.54215243320356599</c:v>
                </c:pt>
                <c:pt idx="915">
                  <c:v>0.53382910720213095</c:v>
                </c:pt>
                <c:pt idx="916">
                  <c:v>0.53233573257335398</c:v>
                </c:pt>
                <c:pt idx="917">
                  <c:v>0.52507380265922499</c:v>
                </c:pt>
                <c:pt idx="918">
                  <c:v>0.50993164026143201</c:v>
                </c:pt>
                <c:pt idx="919">
                  <c:v>0.49785826709018099</c:v>
                </c:pt>
                <c:pt idx="920">
                  <c:v>0.48815985680037</c:v>
                </c:pt>
                <c:pt idx="921">
                  <c:v>0.47131607701003497</c:v>
                </c:pt>
                <c:pt idx="922">
                  <c:v>0.48426209818710098</c:v>
                </c:pt>
                <c:pt idx="923">
                  <c:v>0.49137037023353702</c:v>
                </c:pt>
                <c:pt idx="924">
                  <c:v>0.49043912288795499</c:v>
                </c:pt>
                <c:pt idx="925">
                  <c:v>0.48766236102272997</c:v>
                </c:pt>
                <c:pt idx="926">
                  <c:v>0.469842139178687</c:v>
                </c:pt>
                <c:pt idx="927">
                  <c:v>0.47262823015119299</c:v>
                </c:pt>
                <c:pt idx="928">
                  <c:v>0.48075331027844198</c:v>
                </c:pt>
                <c:pt idx="929">
                  <c:v>0.47750436758735598</c:v>
                </c:pt>
                <c:pt idx="930">
                  <c:v>0.48491050563448201</c:v>
                </c:pt>
                <c:pt idx="931">
                  <c:v>0.486378959376562</c:v>
                </c:pt>
                <c:pt idx="932">
                  <c:v>0.48144060082290502</c:v>
                </c:pt>
                <c:pt idx="933">
                  <c:v>0.473740240054283</c:v>
                </c:pt>
                <c:pt idx="934">
                  <c:v>0.49602570815728803</c:v>
                </c:pt>
                <c:pt idx="935">
                  <c:v>0.484552220555591</c:v>
                </c:pt>
                <c:pt idx="936">
                  <c:v>0.47973813834025802</c:v>
                </c:pt>
                <c:pt idx="937">
                  <c:v>0.48966823480940502</c:v>
                </c:pt>
                <c:pt idx="938">
                  <c:v>0.48993756140508898</c:v>
                </c:pt>
                <c:pt idx="939">
                  <c:v>0.48892716053616098</c:v>
                </c:pt>
                <c:pt idx="940">
                  <c:v>0.49239476625572398</c:v>
                </c:pt>
                <c:pt idx="941">
                  <c:v>0.47433736112768199</c:v>
                </c:pt>
                <c:pt idx="942">
                  <c:v>0.47047820045517202</c:v>
                </c:pt>
                <c:pt idx="943">
                  <c:v>0.48750720897808802</c:v>
                </c:pt>
                <c:pt idx="944">
                  <c:v>0.49117085936115601</c:v>
                </c:pt>
                <c:pt idx="945">
                  <c:v>0.508073310635895</c:v>
                </c:pt>
                <c:pt idx="946">
                  <c:v>0.50301382067516498</c:v>
                </c:pt>
                <c:pt idx="947">
                  <c:v>0.51929183187327999</c:v>
                </c:pt>
                <c:pt idx="948">
                  <c:v>0.53476580061804602</c:v>
                </c:pt>
                <c:pt idx="949">
                  <c:v>0.53912173963332899</c:v>
                </c:pt>
                <c:pt idx="950">
                  <c:v>0.55112169115439302</c:v>
                </c:pt>
                <c:pt idx="951">
                  <c:v>0.55432173679641705</c:v>
                </c:pt>
                <c:pt idx="952">
                  <c:v>0.53768669155703597</c:v>
                </c:pt>
                <c:pt idx="953">
                  <c:v>0.54902019723190998</c:v>
                </c:pt>
                <c:pt idx="954">
                  <c:v>0.54871177073278199</c:v>
                </c:pt>
                <c:pt idx="955">
                  <c:v>0.54907820082713299</c:v>
                </c:pt>
                <c:pt idx="956">
                  <c:v>0.54374259717164497</c:v>
                </c:pt>
                <c:pt idx="957">
                  <c:v>0.55244469097451698</c:v>
                </c:pt>
                <c:pt idx="958">
                  <c:v>0.56508015401134704</c:v>
                </c:pt>
                <c:pt idx="959">
                  <c:v>0.56443459068680402</c:v>
                </c:pt>
                <c:pt idx="960">
                  <c:v>0.55496856412347695</c:v>
                </c:pt>
                <c:pt idx="961">
                  <c:v>0.54866485083942496</c:v>
                </c:pt>
                <c:pt idx="962">
                  <c:v>0.561570863497039</c:v>
                </c:pt>
                <c:pt idx="963">
                  <c:v>0.55964422879006004</c:v>
                </c:pt>
                <c:pt idx="964">
                  <c:v>0.56579120113215198</c:v>
                </c:pt>
                <c:pt idx="965">
                  <c:v>0.57697162095548504</c:v>
                </c:pt>
                <c:pt idx="966">
                  <c:v>0.59737337647581601</c:v>
                </c:pt>
                <c:pt idx="967">
                  <c:v>0.60015273855125295</c:v>
                </c:pt>
                <c:pt idx="968">
                  <c:v>0.61494202869214498</c:v>
                </c:pt>
                <c:pt idx="969">
                  <c:v>0.62339988617741604</c:v>
                </c:pt>
                <c:pt idx="970">
                  <c:v>0.62237402822711296</c:v>
                </c:pt>
                <c:pt idx="971">
                  <c:v>0.60139125410035699</c:v>
                </c:pt>
                <c:pt idx="972">
                  <c:v>0.60957840498534099</c:v>
                </c:pt>
                <c:pt idx="973">
                  <c:v>0.615971010487538</c:v>
                </c:pt>
                <c:pt idx="974">
                  <c:v>0.62045225364846002</c:v>
                </c:pt>
                <c:pt idx="975">
                  <c:v>0.62767095456725297</c:v>
                </c:pt>
                <c:pt idx="976">
                  <c:v>0.62347323445059699</c:v>
                </c:pt>
                <c:pt idx="977">
                  <c:v>0.63103200957398098</c:v>
                </c:pt>
                <c:pt idx="978">
                  <c:v>0.63071054408479399</c:v>
                </c:pt>
                <c:pt idx="979">
                  <c:v>0.63423341675246903</c:v>
                </c:pt>
                <c:pt idx="980">
                  <c:v>0.62189658011779902</c:v>
                </c:pt>
                <c:pt idx="981">
                  <c:v>0.624073533783704</c:v>
                </c:pt>
                <c:pt idx="982">
                  <c:v>0.63199026999482899</c:v>
                </c:pt>
                <c:pt idx="983">
                  <c:v>0.63390390056482704</c:v>
                </c:pt>
                <c:pt idx="984">
                  <c:v>0.63030288001196499</c:v>
                </c:pt>
                <c:pt idx="985">
                  <c:v>0.628369919621794</c:v>
                </c:pt>
                <c:pt idx="986">
                  <c:v>0.63892449171857502</c:v>
                </c:pt>
                <c:pt idx="987">
                  <c:v>0.62163901786557396</c:v>
                </c:pt>
                <c:pt idx="988">
                  <c:v>0.62097076033073595</c:v>
                </c:pt>
                <c:pt idx="989">
                  <c:v>0.62448930764216803</c:v>
                </c:pt>
                <c:pt idx="990">
                  <c:v>0.62598753925670103</c:v>
                </c:pt>
                <c:pt idx="991">
                  <c:v>0.62373967049529899</c:v>
                </c:pt>
                <c:pt idx="992">
                  <c:v>0.62368388278165798</c:v>
                </c:pt>
                <c:pt idx="993">
                  <c:v>0.62637636247068995</c:v>
                </c:pt>
                <c:pt idx="994">
                  <c:v>0.62660356849277798</c:v>
                </c:pt>
                <c:pt idx="995">
                  <c:v>0.62521893753709701</c:v>
                </c:pt>
                <c:pt idx="996">
                  <c:v>0.61867370179729297</c:v>
                </c:pt>
                <c:pt idx="997">
                  <c:v>0.62224450176968005</c:v>
                </c:pt>
                <c:pt idx="998">
                  <c:v>0.63332839747526704</c:v>
                </c:pt>
                <c:pt idx="999">
                  <c:v>0.64579693849831299</c:v>
                </c:pt>
                <c:pt idx="1000">
                  <c:v>0.63482721729479197</c:v>
                </c:pt>
                <c:pt idx="1001">
                  <c:v>0.62356914448812995</c:v>
                </c:pt>
                <c:pt idx="1002">
                  <c:v>0.63803525605092204</c:v>
                </c:pt>
                <c:pt idx="1003">
                  <c:v>0.62652678820546104</c:v>
                </c:pt>
                <c:pt idx="1004">
                  <c:v>0.64972985587096299</c:v>
                </c:pt>
                <c:pt idx="1005">
                  <c:v>0.65103544167876704</c:v>
                </c:pt>
                <c:pt idx="1006">
                  <c:v>0.65298396411232795</c:v>
                </c:pt>
                <c:pt idx="1007">
                  <c:v>0.648176497842883</c:v>
                </c:pt>
                <c:pt idx="1008">
                  <c:v>0.65190926899230806</c:v>
                </c:pt>
                <c:pt idx="1009">
                  <c:v>0.66039805052796696</c:v>
                </c:pt>
                <c:pt idx="1010">
                  <c:v>0.66821884317570102</c:v>
                </c:pt>
                <c:pt idx="1011">
                  <c:v>0.67100049271593698</c:v>
                </c:pt>
                <c:pt idx="1012">
                  <c:v>0.66977007218153495</c:v>
                </c:pt>
                <c:pt idx="1013">
                  <c:v>0.67577236175910205</c:v>
                </c:pt>
                <c:pt idx="1014">
                  <c:v>0.68796417343841998</c:v>
                </c:pt>
                <c:pt idx="1015">
                  <c:v>0.69465523393881101</c:v>
                </c:pt>
                <c:pt idx="1016">
                  <c:v>0.70243559967134295</c:v>
                </c:pt>
                <c:pt idx="1017">
                  <c:v>0.71722446460272504</c:v>
                </c:pt>
                <c:pt idx="1018">
                  <c:v>0.71407298463940205</c:v>
                </c:pt>
                <c:pt idx="1019">
                  <c:v>0.72226626686962203</c:v>
                </c:pt>
                <c:pt idx="1020">
                  <c:v>0.716754876863538</c:v>
                </c:pt>
                <c:pt idx="1021">
                  <c:v>0.72688536808681703</c:v>
                </c:pt>
                <c:pt idx="1022">
                  <c:v>0.74173759135531303</c:v>
                </c:pt>
                <c:pt idx="1023">
                  <c:v>0.74260201800832104</c:v>
                </c:pt>
                <c:pt idx="1024">
                  <c:v>0.73298902467715799</c:v>
                </c:pt>
                <c:pt idx="1025">
                  <c:v>0.72996167420804103</c:v>
                </c:pt>
                <c:pt idx="1026">
                  <c:v>0.73156806199958102</c:v>
                </c:pt>
                <c:pt idx="1027">
                  <c:v>0.72774005800920505</c:v>
                </c:pt>
                <c:pt idx="1028">
                  <c:v>0.73349612362655403</c:v>
                </c:pt>
                <c:pt idx="1029">
                  <c:v>0.73304492891800399</c:v>
                </c:pt>
                <c:pt idx="1030">
                  <c:v>0.73055582806554598</c:v>
                </c:pt>
                <c:pt idx="1031">
                  <c:v>0.73158488127946697</c:v>
                </c:pt>
                <c:pt idx="1032">
                  <c:v>0.73714073032300698</c:v>
                </c:pt>
                <c:pt idx="1033">
                  <c:v>0.739621214792891</c:v>
                </c:pt>
                <c:pt idx="1034">
                  <c:v>0.74495192538084498</c:v>
                </c:pt>
                <c:pt idx="1035">
                  <c:v>0.73781832716137996</c:v>
                </c:pt>
                <c:pt idx="1036">
                  <c:v>0.72907398561610803</c:v>
                </c:pt>
                <c:pt idx="1037">
                  <c:v>0.72672190027771699</c:v>
                </c:pt>
                <c:pt idx="1038">
                  <c:v>0.73101059443356897</c:v>
                </c:pt>
                <c:pt idx="1039">
                  <c:v>0.72416448933237298</c:v>
                </c:pt>
                <c:pt idx="1040">
                  <c:v>0.72347935865138202</c:v>
                </c:pt>
                <c:pt idx="1041">
                  <c:v>0.72104418908548396</c:v>
                </c:pt>
                <c:pt idx="1042">
                  <c:v>0.71645333852460003</c:v>
                </c:pt>
                <c:pt idx="1043">
                  <c:v>0.71467857874653895</c:v>
                </c:pt>
                <c:pt idx="1044">
                  <c:v>0.71347679177335599</c:v>
                </c:pt>
                <c:pt idx="1045">
                  <c:v>0.70890095034642198</c:v>
                </c:pt>
                <c:pt idx="1046">
                  <c:v>0.71140919773547595</c:v>
                </c:pt>
                <c:pt idx="1047">
                  <c:v>0.70769548697187801</c:v>
                </c:pt>
                <c:pt idx="1048">
                  <c:v>0.70351223335230395</c:v>
                </c:pt>
                <c:pt idx="1049">
                  <c:v>0.701852719188368</c:v>
                </c:pt>
                <c:pt idx="1050">
                  <c:v>0.69033877936534904</c:v>
                </c:pt>
                <c:pt idx="1051">
                  <c:v>0.69369483317839697</c:v>
                </c:pt>
                <c:pt idx="1052">
                  <c:v>0.67781415196765105</c:v>
                </c:pt>
                <c:pt idx="1053">
                  <c:v>0.67561510435284899</c:v>
                </c:pt>
                <c:pt idx="1054">
                  <c:v>0.68771231252160403</c:v>
                </c:pt>
                <c:pt idx="1055">
                  <c:v>0.694808564073643</c:v>
                </c:pt>
                <c:pt idx="1056">
                  <c:v>0.68058959814651299</c:v>
                </c:pt>
                <c:pt idx="1057">
                  <c:v>0.69213962945743102</c:v>
                </c:pt>
                <c:pt idx="1058">
                  <c:v>0.71174009150230799</c:v>
                </c:pt>
                <c:pt idx="1059">
                  <c:v>0.71545429165570795</c:v>
                </c:pt>
                <c:pt idx="1060">
                  <c:v>0.71763325730872896</c:v>
                </c:pt>
                <c:pt idx="1061">
                  <c:v>0.71836330896346201</c:v>
                </c:pt>
                <c:pt idx="1062">
                  <c:v>0.71608361167177303</c:v>
                </c:pt>
                <c:pt idx="1063">
                  <c:v>0.709972028099495</c:v>
                </c:pt>
                <c:pt idx="1064">
                  <c:v>0.70849235585237702</c:v>
                </c:pt>
                <c:pt idx="1065">
                  <c:v>0.70558619410289503</c:v>
                </c:pt>
                <c:pt idx="1066">
                  <c:v>0.721914232940987</c:v>
                </c:pt>
                <c:pt idx="1067">
                  <c:v>0.73516779149497702</c:v>
                </c:pt>
                <c:pt idx="1068">
                  <c:v>0.73089353422187298</c:v>
                </c:pt>
                <c:pt idx="1069">
                  <c:v>0.73010114596124198</c:v>
                </c:pt>
                <c:pt idx="1070">
                  <c:v>0.71536152269568798</c:v>
                </c:pt>
                <c:pt idx="1071">
                  <c:v>0.71059885967259995</c:v>
                </c:pt>
                <c:pt idx="1072">
                  <c:v>0.702331177208807</c:v>
                </c:pt>
                <c:pt idx="1073">
                  <c:v>0.70679648097409997</c:v>
                </c:pt>
                <c:pt idx="1074">
                  <c:v>0.71694348879793801</c:v>
                </c:pt>
                <c:pt idx="1075">
                  <c:v>0.692455624237446</c:v>
                </c:pt>
                <c:pt idx="1076">
                  <c:v>0.690059058948997</c:v>
                </c:pt>
                <c:pt idx="1077">
                  <c:v>0.70370080832135695</c:v>
                </c:pt>
                <c:pt idx="1078">
                  <c:v>0.71235408973261705</c:v>
                </c:pt>
                <c:pt idx="1079">
                  <c:v>0.72944750429896699</c:v>
                </c:pt>
                <c:pt idx="1080">
                  <c:v>0.73103373276795602</c:v>
                </c:pt>
                <c:pt idx="1081">
                  <c:v>0.72200677198551599</c:v>
                </c:pt>
                <c:pt idx="1082">
                  <c:v>0.72229410264220395</c:v>
                </c:pt>
                <c:pt idx="1083">
                  <c:v>0.72537906780682604</c:v>
                </c:pt>
                <c:pt idx="1084">
                  <c:v>0.73916175643927895</c:v>
                </c:pt>
                <c:pt idx="1085">
                  <c:v>0.74011187556160396</c:v>
                </c:pt>
                <c:pt idx="1086">
                  <c:v>0.74956830174156197</c:v>
                </c:pt>
                <c:pt idx="1087">
                  <c:v>0.75584788294740202</c:v>
                </c:pt>
                <c:pt idx="1088">
                  <c:v>0.74939689286756495</c:v>
                </c:pt>
                <c:pt idx="1089">
                  <c:v>0.75213733627033896</c:v>
                </c:pt>
                <c:pt idx="1090">
                  <c:v>0.74776844957739697</c:v>
                </c:pt>
                <c:pt idx="1091">
                  <c:v>0.75361557234666499</c:v>
                </c:pt>
                <c:pt idx="1092">
                  <c:v>0.76598889296767303</c:v>
                </c:pt>
                <c:pt idx="1093">
                  <c:v>0.77008179036690905</c:v>
                </c:pt>
                <c:pt idx="1094">
                  <c:v>0.78161208482296896</c:v>
                </c:pt>
                <c:pt idx="1095">
                  <c:v>0.77798648899030098</c:v>
                </c:pt>
                <c:pt idx="1096">
                  <c:v>0.78570818381479501</c:v>
                </c:pt>
                <c:pt idx="1097">
                  <c:v>0.80210300946261004</c:v>
                </c:pt>
                <c:pt idx="1098">
                  <c:v>0.797348917590049</c:v>
                </c:pt>
                <c:pt idx="1099">
                  <c:v>0.79598313398670395</c:v>
                </c:pt>
                <c:pt idx="1100">
                  <c:v>0.77890639422202201</c:v>
                </c:pt>
                <c:pt idx="1101">
                  <c:v>0.776944518685039</c:v>
                </c:pt>
                <c:pt idx="1102">
                  <c:v>0.77269399468498201</c:v>
                </c:pt>
                <c:pt idx="1103">
                  <c:v>0.77794158593679996</c:v>
                </c:pt>
                <c:pt idx="1104">
                  <c:v>0.77916858482638696</c:v>
                </c:pt>
                <c:pt idx="1105">
                  <c:v>0.78205227416672995</c:v>
                </c:pt>
                <c:pt idx="1106">
                  <c:v>0.78066767917279001</c:v>
                </c:pt>
                <c:pt idx="1107">
                  <c:v>0.77836552315042595</c:v>
                </c:pt>
                <c:pt idx="1108">
                  <c:v>0.77286198689827001</c:v>
                </c:pt>
                <c:pt idx="1109">
                  <c:v>0.76607937464184295</c:v>
                </c:pt>
                <c:pt idx="1110">
                  <c:v>0.76159566763861897</c:v>
                </c:pt>
                <c:pt idx="1111">
                  <c:v>0.76815741849915797</c:v>
                </c:pt>
                <c:pt idx="1112">
                  <c:v>0.76807041310579705</c:v>
                </c:pt>
                <c:pt idx="1113">
                  <c:v>0.76672088540809002</c:v>
                </c:pt>
                <c:pt idx="1114">
                  <c:v>0.77190791141938098</c:v>
                </c:pt>
                <c:pt idx="1115">
                  <c:v>0.76535542546243995</c:v>
                </c:pt>
                <c:pt idx="1116">
                  <c:v>0.77434217613120204</c:v>
                </c:pt>
                <c:pt idx="1117">
                  <c:v>0.77086993634632495</c:v>
                </c:pt>
                <c:pt idx="1118">
                  <c:v>0.78308857942960897</c:v>
                </c:pt>
                <c:pt idx="1119">
                  <c:v>0.794457829771404</c:v>
                </c:pt>
                <c:pt idx="1120">
                  <c:v>0.79541804025102303</c:v>
                </c:pt>
                <c:pt idx="1121">
                  <c:v>0.79699476817007797</c:v>
                </c:pt>
                <c:pt idx="1122">
                  <c:v>0.778908372889487</c:v>
                </c:pt>
                <c:pt idx="1123">
                  <c:v>0.77305676570929005</c:v>
                </c:pt>
                <c:pt idx="1124">
                  <c:v>0.76957434290083904</c:v>
                </c:pt>
                <c:pt idx="1125">
                  <c:v>0.77026445740202198</c:v>
                </c:pt>
                <c:pt idx="1126">
                  <c:v>0.75740823512637501</c:v>
                </c:pt>
                <c:pt idx="1127">
                  <c:v>0.78179517649293895</c:v>
                </c:pt>
                <c:pt idx="1128">
                  <c:v>0.76641538711469503</c:v>
                </c:pt>
                <c:pt idx="1129">
                  <c:v>0.775175837304518</c:v>
                </c:pt>
                <c:pt idx="1130">
                  <c:v>0.78655607809261496</c:v>
                </c:pt>
                <c:pt idx="1131">
                  <c:v>0.785170415338031</c:v>
                </c:pt>
                <c:pt idx="1132">
                  <c:v>0.78227452624461602</c:v>
                </c:pt>
                <c:pt idx="1133">
                  <c:v>0.78801111082491504</c:v>
                </c:pt>
                <c:pt idx="1134">
                  <c:v>0.781059880341201</c:v>
                </c:pt>
                <c:pt idx="1135">
                  <c:v>0.78120897005831902</c:v>
                </c:pt>
                <c:pt idx="1136">
                  <c:v>0.78377816740961004</c:v>
                </c:pt>
                <c:pt idx="1137">
                  <c:v>0.79410772140640196</c:v>
                </c:pt>
                <c:pt idx="1138">
                  <c:v>0.79951070978286498</c:v>
                </c:pt>
                <c:pt idx="1139">
                  <c:v>0.80196977165626904</c:v>
                </c:pt>
                <c:pt idx="1140">
                  <c:v>0.78338614279269603</c:v>
                </c:pt>
                <c:pt idx="1141">
                  <c:v>0.78509016703173795</c:v>
                </c:pt>
                <c:pt idx="1142">
                  <c:v>0.79002682323349604</c:v>
                </c:pt>
                <c:pt idx="1143">
                  <c:v>0.79566121671646906</c:v>
                </c:pt>
                <c:pt idx="1144">
                  <c:v>0.80281944704784403</c:v>
                </c:pt>
                <c:pt idx="1145">
                  <c:v>0.80497738419127596</c:v>
                </c:pt>
                <c:pt idx="1146">
                  <c:v>0.801267634448803</c:v>
                </c:pt>
                <c:pt idx="1147">
                  <c:v>0.79572125344156897</c:v>
                </c:pt>
                <c:pt idx="1148">
                  <c:v>0.79670603984260802</c:v>
                </c:pt>
                <c:pt idx="1149">
                  <c:v>0.79660213047135098</c:v>
                </c:pt>
                <c:pt idx="1150">
                  <c:v>0.79909406648078596</c:v>
                </c:pt>
                <c:pt idx="1151">
                  <c:v>0.78524355216743902</c:v>
                </c:pt>
                <c:pt idx="1152">
                  <c:v>0.78337481348204296</c:v>
                </c:pt>
                <c:pt idx="1153">
                  <c:v>0.77567276723575895</c:v>
                </c:pt>
                <c:pt idx="1154">
                  <c:v>0.78385470429544502</c:v>
                </c:pt>
                <c:pt idx="1155">
                  <c:v>0.79822939259036896</c:v>
                </c:pt>
                <c:pt idx="1156">
                  <c:v>0.81645899207177197</c:v>
                </c:pt>
                <c:pt idx="1157">
                  <c:v>0.80767977686223602</c:v>
                </c:pt>
                <c:pt idx="1158">
                  <c:v>0.80245823602449595</c:v>
                </c:pt>
                <c:pt idx="1159">
                  <c:v>0.81937713218337105</c:v>
                </c:pt>
                <c:pt idx="1160">
                  <c:v>0.82669227426221603</c:v>
                </c:pt>
                <c:pt idx="1161">
                  <c:v>0.83196151665932705</c:v>
                </c:pt>
                <c:pt idx="1162">
                  <c:v>0.82915748139710899</c:v>
                </c:pt>
                <c:pt idx="1163">
                  <c:v>0.82448597780635502</c:v>
                </c:pt>
                <c:pt idx="1164">
                  <c:v>0.82589848075873895</c:v>
                </c:pt>
                <c:pt idx="1165">
                  <c:v>0.82858622206097499</c:v>
                </c:pt>
                <c:pt idx="1166">
                  <c:v>0.83781837589294395</c:v>
                </c:pt>
                <c:pt idx="1167">
                  <c:v>0.83466910947231998</c:v>
                </c:pt>
                <c:pt idx="1168">
                  <c:v>0.82291384586162997</c:v>
                </c:pt>
                <c:pt idx="1169">
                  <c:v>0.82523993288490605</c:v>
                </c:pt>
                <c:pt idx="1170">
                  <c:v>0.83676456002430799</c:v>
                </c:pt>
                <c:pt idx="1171">
                  <c:v>0.84553824215872697</c:v>
                </c:pt>
                <c:pt idx="1172">
                  <c:v>0.84603382852139797</c:v>
                </c:pt>
                <c:pt idx="1173">
                  <c:v>0.85632838208335305</c:v>
                </c:pt>
                <c:pt idx="1174">
                  <c:v>0.86128587956772695</c:v>
                </c:pt>
                <c:pt idx="1175">
                  <c:v>0.86679144664746499</c:v>
                </c:pt>
                <c:pt idx="1176">
                  <c:v>0.87159958780289104</c:v>
                </c:pt>
                <c:pt idx="1177">
                  <c:v>0.87887562937973696</c:v>
                </c:pt>
                <c:pt idx="1178">
                  <c:v>0.87674483089987698</c:v>
                </c:pt>
                <c:pt idx="1179">
                  <c:v>0.87272812662632004</c:v>
                </c:pt>
                <c:pt idx="1180">
                  <c:v>0.86926817177445903</c:v>
                </c:pt>
                <c:pt idx="1181">
                  <c:v>0.87531000836003603</c:v>
                </c:pt>
                <c:pt idx="1182">
                  <c:v>0.87452045131899903</c:v>
                </c:pt>
                <c:pt idx="1183">
                  <c:v>0.87910126259718202</c:v>
                </c:pt>
                <c:pt idx="1184">
                  <c:v>0.89870768417420499</c:v>
                </c:pt>
                <c:pt idx="1185">
                  <c:v>0.91019906038697396</c:v>
                </c:pt>
                <c:pt idx="1186">
                  <c:v>0.92776732180616595</c:v>
                </c:pt>
                <c:pt idx="1187">
                  <c:v>0.94245043017502605</c:v>
                </c:pt>
                <c:pt idx="1188">
                  <c:v>0.949274285182789</c:v>
                </c:pt>
                <c:pt idx="1189">
                  <c:v>0.937457235484356</c:v>
                </c:pt>
                <c:pt idx="1190">
                  <c:v>0.94191966724773402</c:v>
                </c:pt>
                <c:pt idx="1191">
                  <c:v>0.93761334033188004</c:v>
                </c:pt>
                <c:pt idx="1192">
                  <c:v>0.94097161801917795</c:v>
                </c:pt>
                <c:pt idx="1193">
                  <c:v>0.93422824260446002</c:v>
                </c:pt>
                <c:pt idx="1194">
                  <c:v>0.93955375592234303</c:v>
                </c:pt>
                <c:pt idx="1195">
                  <c:v>0.95216977478029996</c:v>
                </c:pt>
                <c:pt idx="1196">
                  <c:v>0.94714175676486601</c:v>
                </c:pt>
                <c:pt idx="1197">
                  <c:v>0.93817613171678704</c:v>
                </c:pt>
                <c:pt idx="1198">
                  <c:v>0.92316202471651398</c:v>
                </c:pt>
                <c:pt idx="1199">
                  <c:v>0.92309224870277695</c:v>
                </c:pt>
                <c:pt idx="1200">
                  <c:v>0.91685738309268405</c:v>
                </c:pt>
                <c:pt idx="1201">
                  <c:v>0.92854350889138904</c:v>
                </c:pt>
                <c:pt idx="1202">
                  <c:v>0.94431428274713802</c:v>
                </c:pt>
                <c:pt idx="1203">
                  <c:v>0.94036958894721301</c:v>
                </c:pt>
                <c:pt idx="1204">
                  <c:v>0.93849420054889998</c:v>
                </c:pt>
                <c:pt idx="1205">
                  <c:v>0.94253025430836801</c:v>
                </c:pt>
                <c:pt idx="1206">
                  <c:v>0.94605100440341094</c:v>
                </c:pt>
                <c:pt idx="1207">
                  <c:v>0.951525916214088</c:v>
                </c:pt>
                <c:pt idx="1208">
                  <c:v>0.94618217050680398</c:v>
                </c:pt>
                <c:pt idx="1209">
                  <c:v>0.944116442031537</c:v>
                </c:pt>
                <c:pt idx="1210">
                  <c:v>0.95330165022120394</c:v>
                </c:pt>
                <c:pt idx="1211">
                  <c:v>0.97725509008320599</c:v>
                </c:pt>
                <c:pt idx="1212">
                  <c:v>0.99262381174094105</c:v>
                </c:pt>
                <c:pt idx="1213">
                  <c:v>1.00638696877496</c:v>
                </c:pt>
                <c:pt idx="1214">
                  <c:v>1.0084398077079699</c:v>
                </c:pt>
                <c:pt idx="1215">
                  <c:v>0.99118872862145402</c:v>
                </c:pt>
                <c:pt idx="1216">
                  <c:v>0.991129040559665</c:v>
                </c:pt>
                <c:pt idx="1217">
                  <c:v>0.98990127313565701</c:v>
                </c:pt>
                <c:pt idx="1218">
                  <c:v>1.001256419133</c:v>
                </c:pt>
                <c:pt idx="1219">
                  <c:v>0.99992844652545798</c:v>
                </c:pt>
                <c:pt idx="1220">
                  <c:v>1.0060891033694599</c:v>
                </c:pt>
                <c:pt idx="1221">
                  <c:v>0.98336151711717501</c:v>
                </c:pt>
                <c:pt idx="1222">
                  <c:v>0.98287513735099097</c:v>
                </c:pt>
                <c:pt idx="1223">
                  <c:v>0.97994737788874098</c:v>
                </c:pt>
                <c:pt idx="1224">
                  <c:v>0.99243785243363603</c:v>
                </c:pt>
                <c:pt idx="1225">
                  <c:v>0.99615887843808104</c:v>
                </c:pt>
                <c:pt idx="1226">
                  <c:v>0.978877035250723</c:v>
                </c:pt>
                <c:pt idx="1227">
                  <c:v>0.96358770422097495</c:v>
                </c:pt>
                <c:pt idx="1228">
                  <c:v>0.96991441449975802</c:v>
                </c:pt>
                <c:pt idx="1229">
                  <c:v>0.96888922829805102</c:v>
                </c:pt>
                <c:pt idx="1230">
                  <c:v>0.96659309062351795</c:v>
                </c:pt>
                <c:pt idx="1231">
                  <c:v>0.97198589654443601</c:v>
                </c:pt>
                <c:pt idx="1232">
                  <c:v>0.98037413178607602</c:v>
                </c:pt>
                <c:pt idx="1233">
                  <c:v>0.97425101048954599</c:v>
                </c:pt>
                <c:pt idx="1234">
                  <c:v>0.96672287962750203</c:v>
                </c:pt>
                <c:pt idx="1235">
                  <c:v>0.97658472072919</c:v>
                </c:pt>
                <c:pt idx="1236">
                  <c:v>0.98079166515930405</c:v>
                </c:pt>
                <c:pt idx="1237">
                  <c:v>0.98085626737871501</c:v>
                </c:pt>
                <c:pt idx="1238">
                  <c:v>0.983017852033503</c:v>
                </c:pt>
                <c:pt idx="1239">
                  <c:v>0.974764683564176</c:v>
                </c:pt>
                <c:pt idx="1240">
                  <c:v>0.97964516848318695</c:v>
                </c:pt>
                <c:pt idx="1241">
                  <c:v>0.97283521582388</c:v>
                </c:pt>
                <c:pt idx="1242">
                  <c:v>0.97049721824422996</c:v>
                </c:pt>
                <c:pt idx="1243">
                  <c:v>0.97352539622553202</c:v>
                </c:pt>
                <c:pt idx="1244">
                  <c:v>0.98609961816698699</c:v>
                </c:pt>
                <c:pt idx="1245">
                  <c:v>0.98463221629540199</c:v>
                </c:pt>
                <c:pt idx="1246">
                  <c:v>0.981490671985352</c:v>
                </c:pt>
                <c:pt idx="1247">
                  <c:v>0.98355856104637396</c:v>
                </c:pt>
                <c:pt idx="1248">
                  <c:v>1.00545322395394</c:v>
                </c:pt>
                <c:pt idx="1249">
                  <c:v>1.01946312632973</c:v>
                </c:pt>
                <c:pt idx="1250">
                  <c:v>1.04354804087799</c:v>
                </c:pt>
                <c:pt idx="1251">
                  <c:v>1.0499278256236699</c:v>
                </c:pt>
                <c:pt idx="1252">
                  <c:v>1.0295707985287601</c:v>
                </c:pt>
                <c:pt idx="1253">
                  <c:v>1.0229692486754001</c:v>
                </c:pt>
                <c:pt idx="1254">
                  <c:v>1.0185078070439699</c:v>
                </c:pt>
                <c:pt idx="1255">
                  <c:v>0.99491482816315202</c:v>
                </c:pt>
                <c:pt idx="1256">
                  <c:v>0.93514163180249399</c:v>
                </c:pt>
                <c:pt idx="1257">
                  <c:v>0.85526736397023895</c:v>
                </c:pt>
                <c:pt idx="1258">
                  <c:v>0.86376782786918804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96-4776-AD2A-2E97F22E47FB}"/>
            </c:ext>
          </c:extLst>
        </c:ser>
        <c:ser>
          <c:idx val="1"/>
          <c:order val="1"/>
          <c:tx>
            <c:strRef>
              <c:f>Returns!$C$1</c:f>
              <c:strCache>
                <c:ptCount val="1"/>
                <c:pt idx="0">
                  <c:v>new_cum_return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Returns!$A$2:$A$1260</c:f>
              <c:numCache>
                <c:formatCode>m/d/yyyy</c:formatCode>
                <c:ptCount val="1259"/>
                <c:pt idx="0">
                  <c:v>41313</c:v>
                </c:pt>
                <c:pt idx="1">
                  <c:v>41316</c:v>
                </c:pt>
                <c:pt idx="2">
                  <c:v>41317</c:v>
                </c:pt>
                <c:pt idx="3">
                  <c:v>41318</c:v>
                </c:pt>
                <c:pt idx="4">
                  <c:v>41319</c:v>
                </c:pt>
                <c:pt idx="5">
                  <c:v>41320</c:v>
                </c:pt>
                <c:pt idx="6">
                  <c:v>41324</c:v>
                </c:pt>
                <c:pt idx="7">
                  <c:v>41325</c:v>
                </c:pt>
                <c:pt idx="8">
                  <c:v>41326</c:v>
                </c:pt>
                <c:pt idx="9">
                  <c:v>41327</c:v>
                </c:pt>
                <c:pt idx="10">
                  <c:v>41330</c:v>
                </c:pt>
                <c:pt idx="11">
                  <c:v>41331</c:v>
                </c:pt>
                <c:pt idx="12">
                  <c:v>41332</c:v>
                </c:pt>
                <c:pt idx="13">
                  <c:v>41333</c:v>
                </c:pt>
                <c:pt idx="14">
                  <c:v>41334</c:v>
                </c:pt>
                <c:pt idx="15">
                  <c:v>41337</c:v>
                </c:pt>
                <c:pt idx="16">
                  <c:v>41338</c:v>
                </c:pt>
                <c:pt idx="17">
                  <c:v>41339</c:v>
                </c:pt>
                <c:pt idx="18">
                  <c:v>41340</c:v>
                </c:pt>
                <c:pt idx="19">
                  <c:v>41341</c:v>
                </c:pt>
                <c:pt idx="20">
                  <c:v>41344</c:v>
                </c:pt>
                <c:pt idx="21">
                  <c:v>41345</c:v>
                </c:pt>
                <c:pt idx="22">
                  <c:v>41346</c:v>
                </c:pt>
                <c:pt idx="23">
                  <c:v>41347</c:v>
                </c:pt>
                <c:pt idx="24">
                  <c:v>41348</c:v>
                </c:pt>
                <c:pt idx="25">
                  <c:v>41351</c:v>
                </c:pt>
                <c:pt idx="26">
                  <c:v>41352</c:v>
                </c:pt>
                <c:pt idx="27">
                  <c:v>41353</c:v>
                </c:pt>
                <c:pt idx="28">
                  <c:v>41354</c:v>
                </c:pt>
                <c:pt idx="29">
                  <c:v>41355</c:v>
                </c:pt>
                <c:pt idx="30">
                  <c:v>41358</c:v>
                </c:pt>
                <c:pt idx="31">
                  <c:v>41359</c:v>
                </c:pt>
                <c:pt idx="32">
                  <c:v>41360</c:v>
                </c:pt>
                <c:pt idx="33">
                  <c:v>41361</c:v>
                </c:pt>
                <c:pt idx="34">
                  <c:v>41365</c:v>
                </c:pt>
                <c:pt idx="35">
                  <c:v>41366</c:v>
                </c:pt>
                <c:pt idx="36">
                  <c:v>41367</c:v>
                </c:pt>
                <c:pt idx="37">
                  <c:v>41368</c:v>
                </c:pt>
                <c:pt idx="38">
                  <c:v>41369</c:v>
                </c:pt>
                <c:pt idx="39">
                  <c:v>41372</c:v>
                </c:pt>
                <c:pt idx="40">
                  <c:v>41373</c:v>
                </c:pt>
                <c:pt idx="41">
                  <c:v>41374</c:v>
                </c:pt>
                <c:pt idx="42">
                  <c:v>41375</c:v>
                </c:pt>
                <c:pt idx="43">
                  <c:v>41376</c:v>
                </c:pt>
                <c:pt idx="44">
                  <c:v>41379</c:v>
                </c:pt>
                <c:pt idx="45">
                  <c:v>41380</c:v>
                </c:pt>
                <c:pt idx="46">
                  <c:v>41381</c:v>
                </c:pt>
                <c:pt idx="47">
                  <c:v>41382</c:v>
                </c:pt>
                <c:pt idx="48">
                  <c:v>41383</c:v>
                </c:pt>
                <c:pt idx="49">
                  <c:v>41386</c:v>
                </c:pt>
                <c:pt idx="50">
                  <c:v>41387</c:v>
                </c:pt>
                <c:pt idx="51">
                  <c:v>41388</c:v>
                </c:pt>
                <c:pt idx="52">
                  <c:v>41389</c:v>
                </c:pt>
                <c:pt idx="53">
                  <c:v>41390</c:v>
                </c:pt>
                <c:pt idx="54">
                  <c:v>41393</c:v>
                </c:pt>
                <c:pt idx="55">
                  <c:v>41394</c:v>
                </c:pt>
                <c:pt idx="56">
                  <c:v>41395</c:v>
                </c:pt>
                <c:pt idx="57">
                  <c:v>41396</c:v>
                </c:pt>
                <c:pt idx="58">
                  <c:v>41397</c:v>
                </c:pt>
                <c:pt idx="59">
                  <c:v>41400</c:v>
                </c:pt>
                <c:pt idx="60">
                  <c:v>41401</c:v>
                </c:pt>
                <c:pt idx="61">
                  <c:v>41402</c:v>
                </c:pt>
                <c:pt idx="62">
                  <c:v>41403</c:v>
                </c:pt>
                <c:pt idx="63">
                  <c:v>41404</c:v>
                </c:pt>
                <c:pt idx="64">
                  <c:v>41407</c:v>
                </c:pt>
                <c:pt idx="65">
                  <c:v>41408</c:v>
                </c:pt>
                <c:pt idx="66">
                  <c:v>41409</c:v>
                </c:pt>
                <c:pt idx="67">
                  <c:v>41410</c:v>
                </c:pt>
                <c:pt idx="68">
                  <c:v>41411</c:v>
                </c:pt>
                <c:pt idx="69">
                  <c:v>41414</c:v>
                </c:pt>
                <c:pt idx="70">
                  <c:v>41415</c:v>
                </c:pt>
                <c:pt idx="71">
                  <c:v>41416</c:v>
                </c:pt>
                <c:pt idx="72">
                  <c:v>41417</c:v>
                </c:pt>
                <c:pt idx="73">
                  <c:v>41418</c:v>
                </c:pt>
                <c:pt idx="74">
                  <c:v>41422</c:v>
                </c:pt>
                <c:pt idx="75">
                  <c:v>41423</c:v>
                </c:pt>
                <c:pt idx="76">
                  <c:v>41424</c:v>
                </c:pt>
                <c:pt idx="77">
                  <c:v>41425</c:v>
                </c:pt>
                <c:pt idx="78">
                  <c:v>41428</c:v>
                </c:pt>
                <c:pt idx="79">
                  <c:v>41429</c:v>
                </c:pt>
                <c:pt idx="80">
                  <c:v>41430</c:v>
                </c:pt>
                <c:pt idx="81">
                  <c:v>41431</c:v>
                </c:pt>
                <c:pt idx="82">
                  <c:v>41432</c:v>
                </c:pt>
                <c:pt idx="83">
                  <c:v>41435</c:v>
                </c:pt>
                <c:pt idx="84">
                  <c:v>41436</c:v>
                </c:pt>
                <c:pt idx="85">
                  <c:v>41437</c:v>
                </c:pt>
                <c:pt idx="86">
                  <c:v>41438</c:v>
                </c:pt>
                <c:pt idx="87">
                  <c:v>41439</c:v>
                </c:pt>
                <c:pt idx="88">
                  <c:v>41442</c:v>
                </c:pt>
                <c:pt idx="89">
                  <c:v>41443</c:v>
                </c:pt>
                <c:pt idx="90">
                  <c:v>41444</c:v>
                </c:pt>
                <c:pt idx="91">
                  <c:v>41445</c:v>
                </c:pt>
                <c:pt idx="92">
                  <c:v>41446</c:v>
                </c:pt>
                <c:pt idx="93">
                  <c:v>41449</c:v>
                </c:pt>
                <c:pt idx="94">
                  <c:v>41450</c:v>
                </c:pt>
                <c:pt idx="95">
                  <c:v>41451</c:v>
                </c:pt>
                <c:pt idx="96">
                  <c:v>41452</c:v>
                </c:pt>
                <c:pt idx="97">
                  <c:v>41453</c:v>
                </c:pt>
                <c:pt idx="98">
                  <c:v>41456</c:v>
                </c:pt>
                <c:pt idx="99">
                  <c:v>41457</c:v>
                </c:pt>
                <c:pt idx="100">
                  <c:v>41458</c:v>
                </c:pt>
                <c:pt idx="101">
                  <c:v>41460</c:v>
                </c:pt>
                <c:pt idx="102">
                  <c:v>41463</c:v>
                </c:pt>
                <c:pt idx="103">
                  <c:v>41464</c:v>
                </c:pt>
                <c:pt idx="104">
                  <c:v>41465</c:v>
                </c:pt>
                <c:pt idx="105">
                  <c:v>41466</c:v>
                </c:pt>
                <c:pt idx="106">
                  <c:v>41467</c:v>
                </c:pt>
                <c:pt idx="107">
                  <c:v>41470</c:v>
                </c:pt>
                <c:pt idx="108">
                  <c:v>41471</c:v>
                </c:pt>
                <c:pt idx="109">
                  <c:v>41472</c:v>
                </c:pt>
                <c:pt idx="110">
                  <c:v>41473</c:v>
                </c:pt>
                <c:pt idx="111">
                  <c:v>41474</c:v>
                </c:pt>
                <c:pt idx="112">
                  <c:v>41477</c:v>
                </c:pt>
                <c:pt idx="113">
                  <c:v>41478</c:v>
                </c:pt>
                <c:pt idx="114">
                  <c:v>41479</c:v>
                </c:pt>
                <c:pt idx="115">
                  <c:v>41480</c:v>
                </c:pt>
                <c:pt idx="116">
                  <c:v>41481</c:v>
                </c:pt>
                <c:pt idx="117">
                  <c:v>41484</c:v>
                </c:pt>
                <c:pt idx="118">
                  <c:v>41485</c:v>
                </c:pt>
                <c:pt idx="119">
                  <c:v>41486</c:v>
                </c:pt>
                <c:pt idx="120">
                  <c:v>41487</c:v>
                </c:pt>
                <c:pt idx="121">
                  <c:v>41488</c:v>
                </c:pt>
                <c:pt idx="122">
                  <c:v>41491</c:v>
                </c:pt>
                <c:pt idx="123">
                  <c:v>41492</c:v>
                </c:pt>
                <c:pt idx="124">
                  <c:v>41493</c:v>
                </c:pt>
                <c:pt idx="125">
                  <c:v>41494</c:v>
                </c:pt>
                <c:pt idx="126">
                  <c:v>41495</c:v>
                </c:pt>
                <c:pt idx="127">
                  <c:v>41498</c:v>
                </c:pt>
                <c:pt idx="128">
                  <c:v>41499</c:v>
                </c:pt>
                <c:pt idx="129">
                  <c:v>41500</c:v>
                </c:pt>
                <c:pt idx="130">
                  <c:v>41501</c:v>
                </c:pt>
                <c:pt idx="131">
                  <c:v>41502</c:v>
                </c:pt>
                <c:pt idx="132">
                  <c:v>41505</c:v>
                </c:pt>
                <c:pt idx="133">
                  <c:v>41506</c:v>
                </c:pt>
                <c:pt idx="134">
                  <c:v>41507</c:v>
                </c:pt>
                <c:pt idx="135">
                  <c:v>41508</c:v>
                </c:pt>
                <c:pt idx="136">
                  <c:v>41509</c:v>
                </c:pt>
                <c:pt idx="137">
                  <c:v>41512</c:v>
                </c:pt>
                <c:pt idx="138">
                  <c:v>41513</c:v>
                </c:pt>
                <c:pt idx="139">
                  <c:v>41514</c:v>
                </c:pt>
                <c:pt idx="140">
                  <c:v>41515</c:v>
                </c:pt>
                <c:pt idx="141">
                  <c:v>41516</c:v>
                </c:pt>
                <c:pt idx="142">
                  <c:v>41520</c:v>
                </c:pt>
                <c:pt idx="143">
                  <c:v>41521</c:v>
                </c:pt>
                <c:pt idx="144">
                  <c:v>41522</c:v>
                </c:pt>
                <c:pt idx="145">
                  <c:v>41523</c:v>
                </c:pt>
                <c:pt idx="146">
                  <c:v>41526</c:v>
                </c:pt>
                <c:pt idx="147">
                  <c:v>41527</c:v>
                </c:pt>
                <c:pt idx="148">
                  <c:v>41528</c:v>
                </c:pt>
                <c:pt idx="149">
                  <c:v>41529</c:v>
                </c:pt>
                <c:pt idx="150">
                  <c:v>41530</c:v>
                </c:pt>
                <c:pt idx="151">
                  <c:v>41533</c:v>
                </c:pt>
                <c:pt idx="152">
                  <c:v>41534</c:v>
                </c:pt>
                <c:pt idx="153">
                  <c:v>41535</c:v>
                </c:pt>
                <c:pt idx="154">
                  <c:v>41536</c:v>
                </c:pt>
                <c:pt idx="155">
                  <c:v>41537</c:v>
                </c:pt>
                <c:pt idx="156">
                  <c:v>41540</c:v>
                </c:pt>
                <c:pt idx="157">
                  <c:v>41541</c:v>
                </c:pt>
                <c:pt idx="158">
                  <c:v>41542</c:v>
                </c:pt>
                <c:pt idx="159">
                  <c:v>41543</c:v>
                </c:pt>
                <c:pt idx="160">
                  <c:v>41544</c:v>
                </c:pt>
                <c:pt idx="161">
                  <c:v>41547</c:v>
                </c:pt>
                <c:pt idx="162">
                  <c:v>41548</c:v>
                </c:pt>
                <c:pt idx="163">
                  <c:v>41549</c:v>
                </c:pt>
                <c:pt idx="164">
                  <c:v>41550</c:v>
                </c:pt>
                <c:pt idx="165">
                  <c:v>41551</c:v>
                </c:pt>
                <c:pt idx="166">
                  <c:v>41554</c:v>
                </c:pt>
                <c:pt idx="167">
                  <c:v>41555</c:v>
                </c:pt>
                <c:pt idx="168">
                  <c:v>41556</c:v>
                </c:pt>
                <c:pt idx="169">
                  <c:v>41557</c:v>
                </c:pt>
                <c:pt idx="170">
                  <c:v>41558</c:v>
                </c:pt>
                <c:pt idx="171">
                  <c:v>41561</c:v>
                </c:pt>
                <c:pt idx="172">
                  <c:v>41562</c:v>
                </c:pt>
                <c:pt idx="173">
                  <c:v>41563</c:v>
                </c:pt>
                <c:pt idx="174">
                  <c:v>41564</c:v>
                </c:pt>
                <c:pt idx="175">
                  <c:v>41565</c:v>
                </c:pt>
                <c:pt idx="176">
                  <c:v>41568</c:v>
                </c:pt>
                <c:pt idx="177">
                  <c:v>41569</c:v>
                </c:pt>
                <c:pt idx="178">
                  <c:v>41570</c:v>
                </c:pt>
                <c:pt idx="179">
                  <c:v>41571</c:v>
                </c:pt>
                <c:pt idx="180">
                  <c:v>41572</c:v>
                </c:pt>
                <c:pt idx="181">
                  <c:v>41575</c:v>
                </c:pt>
                <c:pt idx="182">
                  <c:v>41576</c:v>
                </c:pt>
                <c:pt idx="183">
                  <c:v>41577</c:v>
                </c:pt>
                <c:pt idx="184">
                  <c:v>41578</c:v>
                </c:pt>
                <c:pt idx="185">
                  <c:v>41579</c:v>
                </c:pt>
                <c:pt idx="186">
                  <c:v>41582</c:v>
                </c:pt>
                <c:pt idx="187">
                  <c:v>41583</c:v>
                </c:pt>
                <c:pt idx="188">
                  <c:v>41584</c:v>
                </c:pt>
                <c:pt idx="189">
                  <c:v>41585</c:v>
                </c:pt>
                <c:pt idx="190">
                  <c:v>41586</c:v>
                </c:pt>
                <c:pt idx="191">
                  <c:v>41589</c:v>
                </c:pt>
                <c:pt idx="192">
                  <c:v>41590</c:v>
                </c:pt>
                <c:pt idx="193">
                  <c:v>41591</c:v>
                </c:pt>
                <c:pt idx="194">
                  <c:v>41592</c:v>
                </c:pt>
                <c:pt idx="195">
                  <c:v>41593</c:v>
                </c:pt>
                <c:pt idx="196">
                  <c:v>41596</c:v>
                </c:pt>
                <c:pt idx="197">
                  <c:v>41597</c:v>
                </c:pt>
                <c:pt idx="198">
                  <c:v>41598</c:v>
                </c:pt>
                <c:pt idx="199">
                  <c:v>41599</c:v>
                </c:pt>
                <c:pt idx="200">
                  <c:v>41600</c:v>
                </c:pt>
                <c:pt idx="201">
                  <c:v>41603</c:v>
                </c:pt>
                <c:pt idx="202">
                  <c:v>41604</c:v>
                </c:pt>
                <c:pt idx="203">
                  <c:v>41605</c:v>
                </c:pt>
                <c:pt idx="204">
                  <c:v>41607</c:v>
                </c:pt>
                <c:pt idx="205">
                  <c:v>41610</c:v>
                </c:pt>
                <c:pt idx="206">
                  <c:v>41611</c:v>
                </c:pt>
                <c:pt idx="207">
                  <c:v>41612</c:v>
                </c:pt>
                <c:pt idx="208">
                  <c:v>41613</c:v>
                </c:pt>
                <c:pt idx="209">
                  <c:v>41614</c:v>
                </c:pt>
                <c:pt idx="210">
                  <c:v>41617</c:v>
                </c:pt>
                <c:pt idx="211">
                  <c:v>41618</c:v>
                </c:pt>
                <c:pt idx="212">
                  <c:v>41619</c:v>
                </c:pt>
                <c:pt idx="213">
                  <c:v>41620</c:v>
                </c:pt>
                <c:pt idx="214">
                  <c:v>41621</c:v>
                </c:pt>
                <c:pt idx="215">
                  <c:v>41624</c:v>
                </c:pt>
                <c:pt idx="216">
                  <c:v>41625</c:v>
                </c:pt>
                <c:pt idx="217">
                  <c:v>41626</c:v>
                </c:pt>
                <c:pt idx="218">
                  <c:v>41627</c:v>
                </c:pt>
                <c:pt idx="219">
                  <c:v>41628</c:v>
                </c:pt>
                <c:pt idx="220">
                  <c:v>41631</c:v>
                </c:pt>
                <c:pt idx="221">
                  <c:v>41632</c:v>
                </c:pt>
                <c:pt idx="222">
                  <c:v>41634</c:v>
                </c:pt>
                <c:pt idx="223">
                  <c:v>41635</c:v>
                </c:pt>
                <c:pt idx="224">
                  <c:v>41638</c:v>
                </c:pt>
                <c:pt idx="225">
                  <c:v>41639</c:v>
                </c:pt>
                <c:pt idx="226">
                  <c:v>41641</c:v>
                </c:pt>
                <c:pt idx="227">
                  <c:v>41642</c:v>
                </c:pt>
                <c:pt idx="228">
                  <c:v>41645</c:v>
                </c:pt>
                <c:pt idx="229">
                  <c:v>41646</c:v>
                </c:pt>
                <c:pt idx="230">
                  <c:v>41647</c:v>
                </c:pt>
                <c:pt idx="231">
                  <c:v>41648</c:v>
                </c:pt>
                <c:pt idx="232">
                  <c:v>41649</c:v>
                </c:pt>
                <c:pt idx="233">
                  <c:v>41652</c:v>
                </c:pt>
                <c:pt idx="234">
                  <c:v>41653</c:v>
                </c:pt>
                <c:pt idx="235">
                  <c:v>41654</c:v>
                </c:pt>
                <c:pt idx="236">
                  <c:v>41655</c:v>
                </c:pt>
                <c:pt idx="237">
                  <c:v>41656</c:v>
                </c:pt>
                <c:pt idx="238">
                  <c:v>41660</c:v>
                </c:pt>
                <c:pt idx="239">
                  <c:v>41661</c:v>
                </c:pt>
                <c:pt idx="240">
                  <c:v>41662</c:v>
                </c:pt>
                <c:pt idx="241">
                  <c:v>41663</c:v>
                </c:pt>
                <c:pt idx="242">
                  <c:v>41666</c:v>
                </c:pt>
                <c:pt idx="243">
                  <c:v>41667</c:v>
                </c:pt>
                <c:pt idx="244">
                  <c:v>41668</c:v>
                </c:pt>
                <c:pt idx="245">
                  <c:v>41669</c:v>
                </c:pt>
                <c:pt idx="246">
                  <c:v>41670</c:v>
                </c:pt>
                <c:pt idx="247">
                  <c:v>41673</c:v>
                </c:pt>
                <c:pt idx="248">
                  <c:v>41674</c:v>
                </c:pt>
                <c:pt idx="249">
                  <c:v>41675</c:v>
                </c:pt>
                <c:pt idx="250">
                  <c:v>41676</c:v>
                </c:pt>
                <c:pt idx="251">
                  <c:v>41677</c:v>
                </c:pt>
                <c:pt idx="252">
                  <c:v>41680</c:v>
                </c:pt>
                <c:pt idx="253">
                  <c:v>41681</c:v>
                </c:pt>
                <c:pt idx="254">
                  <c:v>41682</c:v>
                </c:pt>
                <c:pt idx="255">
                  <c:v>41683</c:v>
                </c:pt>
                <c:pt idx="256">
                  <c:v>41684</c:v>
                </c:pt>
                <c:pt idx="257">
                  <c:v>41688</c:v>
                </c:pt>
                <c:pt idx="258">
                  <c:v>41689</c:v>
                </c:pt>
                <c:pt idx="259">
                  <c:v>41690</c:v>
                </c:pt>
                <c:pt idx="260">
                  <c:v>41691</c:v>
                </c:pt>
                <c:pt idx="261">
                  <c:v>41694</c:v>
                </c:pt>
                <c:pt idx="262">
                  <c:v>41695</c:v>
                </c:pt>
                <c:pt idx="263">
                  <c:v>41696</c:v>
                </c:pt>
                <c:pt idx="264">
                  <c:v>41697</c:v>
                </c:pt>
                <c:pt idx="265">
                  <c:v>41698</c:v>
                </c:pt>
                <c:pt idx="266">
                  <c:v>41701</c:v>
                </c:pt>
                <c:pt idx="267">
                  <c:v>41702</c:v>
                </c:pt>
                <c:pt idx="268">
                  <c:v>41703</c:v>
                </c:pt>
                <c:pt idx="269">
                  <c:v>41704</c:v>
                </c:pt>
                <c:pt idx="270">
                  <c:v>41705</c:v>
                </c:pt>
                <c:pt idx="271">
                  <c:v>41708</c:v>
                </c:pt>
                <c:pt idx="272">
                  <c:v>41709</c:v>
                </c:pt>
                <c:pt idx="273">
                  <c:v>41710</c:v>
                </c:pt>
                <c:pt idx="274">
                  <c:v>41711</c:v>
                </c:pt>
                <c:pt idx="275">
                  <c:v>41712</c:v>
                </c:pt>
                <c:pt idx="276">
                  <c:v>41715</c:v>
                </c:pt>
                <c:pt idx="277">
                  <c:v>41716</c:v>
                </c:pt>
                <c:pt idx="278">
                  <c:v>41717</c:v>
                </c:pt>
                <c:pt idx="279">
                  <c:v>41718</c:v>
                </c:pt>
                <c:pt idx="280">
                  <c:v>41719</c:v>
                </c:pt>
                <c:pt idx="281">
                  <c:v>41722</c:v>
                </c:pt>
                <c:pt idx="282">
                  <c:v>41723</c:v>
                </c:pt>
                <c:pt idx="283">
                  <c:v>41724</c:v>
                </c:pt>
                <c:pt idx="284">
                  <c:v>41725</c:v>
                </c:pt>
                <c:pt idx="285">
                  <c:v>41726</c:v>
                </c:pt>
                <c:pt idx="286">
                  <c:v>41729</c:v>
                </c:pt>
                <c:pt idx="287">
                  <c:v>41730</c:v>
                </c:pt>
                <c:pt idx="288">
                  <c:v>41731</c:v>
                </c:pt>
                <c:pt idx="289">
                  <c:v>41732</c:v>
                </c:pt>
                <c:pt idx="290">
                  <c:v>41733</c:v>
                </c:pt>
                <c:pt idx="291">
                  <c:v>41736</c:v>
                </c:pt>
                <c:pt idx="292">
                  <c:v>41737</c:v>
                </c:pt>
                <c:pt idx="293">
                  <c:v>41738</c:v>
                </c:pt>
                <c:pt idx="294">
                  <c:v>41739</c:v>
                </c:pt>
                <c:pt idx="295">
                  <c:v>41740</c:v>
                </c:pt>
                <c:pt idx="296">
                  <c:v>41743</c:v>
                </c:pt>
                <c:pt idx="297">
                  <c:v>41744</c:v>
                </c:pt>
                <c:pt idx="298">
                  <c:v>41745</c:v>
                </c:pt>
                <c:pt idx="299">
                  <c:v>41746</c:v>
                </c:pt>
                <c:pt idx="300">
                  <c:v>41750</c:v>
                </c:pt>
                <c:pt idx="301">
                  <c:v>41751</c:v>
                </c:pt>
                <c:pt idx="302">
                  <c:v>41752</c:v>
                </c:pt>
                <c:pt idx="303">
                  <c:v>41753</c:v>
                </c:pt>
                <c:pt idx="304">
                  <c:v>41754</c:v>
                </c:pt>
                <c:pt idx="305">
                  <c:v>41757</c:v>
                </c:pt>
                <c:pt idx="306">
                  <c:v>41758</c:v>
                </c:pt>
                <c:pt idx="307">
                  <c:v>41759</c:v>
                </c:pt>
                <c:pt idx="308">
                  <c:v>41760</c:v>
                </c:pt>
                <c:pt idx="309">
                  <c:v>41761</c:v>
                </c:pt>
                <c:pt idx="310">
                  <c:v>41764</c:v>
                </c:pt>
                <c:pt idx="311">
                  <c:v>41765</c:v>
                </c:pt>
                <c:pt idx="312">
                  <c:v>41766</c:v>
                </c:pt>
                <c:pt idx="313">
                  <c:v>41767</c:v>
                </c:pt>
                <c:pt idx="314">
                  <c:v>41768</c:v>
                </c:pt>
                <c:pt idx="315">
                  <c:v>41771</c:v>
                </c:pt>
                <c:pt idx="316">
                  <c:v>41772</c:v>
                </c:pt>
                <c:pt idx="317">
                  <c:v>41773</c:v>
                </c:pt>
                <c:pt idx="318">
                  <c:v>41774</c:v>
                </c:pt>
                <c:pt idx="319">
                  <c:v>41775</c:v>
                </c:pt>
                <c:pt idx="320">
                  <c:v>41778</c:v>
                </c:pt>
                <c:pt idx="321">
                  <c:v>41779</c:v>
                </c:pt>
                <c:pt idx="322">
                  <c:v>41780</c:v>
                </c:pt>
                <c:pt idx="323">
                  <c:v>41781</c:v>
                </c:pt>
                <c:pt idx="324">
                  <c:v>41782</c:v>
                </c:pt>
                <c:pt idx="325">
                  <c:v>41786</c:v>
                </c:pt>
                <c:pt idx="326">
                  <c:v>41787</c:v>
                </c:pt>
                <c:pt idx="327">
                  <c:v>41788</c:v>
                </c:pt>
                <c:pt idx="328">
                  <c:v>41789</c:v>
                </c:pt>
                <c:pt idx="329">
                  <c:v>41792</c:v>
                </c:pt>
                <c:pt idx="330">
                  <c:v>41793</c:v>
                </c:pt>
                <c:pt idx="331">
                  <c:v>41794</c:v>
                </c:pt>
                <c:pt idx="332">
                  <c:v>41795</c:v>
                </c:pt>
                <c:pt idx="333">
                  <c:v>41796</c:v>
                </c:pt>
                <c:pt idx="334">
                  <c:v>41799</c:v>
                </c:pt>
                <c:pt idx="335">
                  <c:v>41800</c:v>
                </c:pt>
                <c:pt idx="336">
                  <c:v>41801</c:v>
                </c:pt>
                <c:pt idx="337">
                  <c:v>41802</c:v>
                </c:pt>
                <c:pt idx="338">
                  <c:v>41803</c:v>
                </c:pt>
                <c:pt idx="339">
                  <c:v>41806</c:v>
                </c:pt>
                <c:pt idx="340">
                  <c:v>41807</c:v>
                </c:pt>
                <c:pt idx="341">
                  <c:v>41808</c:v>
                </c:pt>
                <c:pt idx="342">
                  <c:v>41809</c:v>
                </c:pt>
                <c:pt idx="343">
                  <c:v>41810</c:v>
                </c:pt>
                <c:pt idx="344">
                  <c:v>41813</c:v>
                </c:pt>
                <c:pt idx="345">
                  <c:v>41814</c:v>
                </c:pt>
                <c:pt idx="346">
                  <c:v>41815</c:v>
                </c:pt>
                <c:pt idx="347">
                  <c:v>41816</c:v>
                </c:pt>
                <c:pt idx="348">
                  <c:v>41817</c:v>
                </c:pt>
                <c:pt idx="349">
                  <c:v>41820</c:v>
                </c:pt>
                <c:pt idx="350">
                  <c:v>41821</c:v>
                </c:pt>
                <c:pt idx="351">
                  <c:v>41822</c:v>
                </c:pt>
                <c:pt idx="352">
                  <c:v>41823</c:v>
                </c:pt>
                <c:pt idx="353">
                  <c:v>41827</c:v>
                </c:pt>
                <c:pt idx="354">
                  <c:v>41828</c:v>
                </c:pt>
                <c:pt idx="355">
                  <c:v>41829</c:v>
                </c:pt>
                <c:pt idx="356">
                  <c:v>41830</c:v>
                </c:pt>
                <c:pt idx="357">
                  <c:v>41831</c:v>
                </c:pt>
                <c:pt idx="358">
                  <c:v>41834</c:v>
                </c:pt>
                <c:pt idx="359">
                  <c:v>41835</c:v>
                </c:pt>
                <c:pt idx="360">
                  <c:v>41836</c:v>
                </c:pt>
                <c:pt idx="361">
                  <c:v>41837</c:v>
                </c:pt>
                <c:pt idx="362">
                  <c:v>41838</c:v>
                </c:pt>
                <c:pt idx="363">
                  <c:v>41841</c:v>
                </c:pt>
                <c:pt idx="364">
                  <c:v>41842</c:v>
                </c:pt>
                <c:pt idx="365">
                  <c:v>41843</c:v>
                </c:pt>
                <c:pt idx="366">
                  <c:v>41844</c:v>
                </c:pt>
                <c:pt idx="367">
                  <c:v>41845</c:v>
                </c:pt>
                <c:pt idx="368">
                  <c:v>41848</c:v>
                </c:pt>
                <c:pt idx="369">
                  <c:v>41849</c:v>
                </c:pt>
                <c:pt idx="370">
                  <c:v>41850</c:v>
                </c:pt>
                <c:pt idx="371">
                  <c:v>41851</c:v>
                </c:pt>
                <c:pt idx="372">
                  <c:v>41852</c:v>
                </c:pt>
                <c:pt idx="373">
                  <c:v>41855</c:v>
                </c:pt>
                <c:pt idx="374">
                  <c:v>41856</c:v>
                </c:pt>
                <c:pt idx="375">
                  <c:v>41857</c:v>
                </c:pt>
                <c:pt idx="376">
                  <c:v>41858</c:v>
                </c:pt>
                <c:pt idx="377">
                  <c:v>41859</c:v>
                </c:pt>
                <c:pt idx="378">
                  <c:v>41862</c:v>
                </c:pt>
                <c:pt idx="379">
                  <c:v>41863</c:v>
                </c:pt>
                <c:pt idx="380">
                  <c:v>41864</c:v>
                </c:pt>
                <c:pt idx="381">
                  <c:v>41865</c:v>
                </c:pt>
                <c:pt idx="382">
                  <c:v>41866</c:v>
                </c:pt>
                <c:pt idx="383">
                  <c:v>41869</c:v>
                </c:pt>
                <c:pt idx="384">
                  <c:v>41870</c:v>
                </c:pt>
                <c:pt idx="385">
                  <c:v>41871</c:v>
                </c:pt>
                <c:pt idx="386">
                  <c:v>41872</c:v>
                </c:pt>
                <c:pt idx="387">
                  <c:v>41873</c:v>
                </c:pt>
                <c:pt idx="388">
                  <c:v>41876</c:v>
                </c:pt>
                <c:pt idx="389">
                  <c:v>41877</c:v>
                </c:pt>
                <c:pt idx="390">
                  <c:v>41878</c:v>
                </c:pt>
                <c:pt idx="391">
                  <c:v>41879</c:v>
                </c:pt>
                <c:pt idx="392">
                  <c:v>41880</c:v>
                </c:pt>
                <c:pt idx="393">
                  <c:v>41884</c:v>
                </c:pt>
                <c:pt idx="394">
                  <c:v>41885</c:v>
                </c:pt>
                <c:pt idx="395">
                  <c:v>41886</c:v>
                </c:pt>
                <c:pt idx="396">
                  <c:v>41887</c:v>
                </c:pt>
                <c:pt idx="397">
                  <c:v>41890</c:v>
                </c:pt>
                <c:pt idx="398">
                  <c:v>41891</c:v>
                </c:pt>
                <c:pt idx="399">
                  <c:v>41892</c:v>
                </c:pt>
                <c:pt idx="400">
                  <c:v>41893</c:v>
                </c:pt>
                <c:pt idx="401">
                  <c:v>41894</c:v>
                </c:pt>
                <c:pt idx="402">
                  <c:v>41897</c:v>
                </c:pt>
                <c:pt idx="403">
                  <c:v>41898</c:v>
                </c:pt>
                <c:pt idx="404">
                  <c:v>41899</c:v>
                </c:pt>
                <c:pt idx="405">
                  <c:v>41900</c:v>
                </c:pt>
                <c:pt idx="406">
                  <c:v>41901</c:v>
                </c:pt>
                <c:pt idx="407">
                  <c:v>41904</c:v>
                </c:pt>
                <c:pt idx="408">
                  <c:v>41905</c:v>
                </c:pt>
                <c:pt idx="409">
                  <c:v>41906</c:v>
                </c:pt>
                <c:pt idx="410">
                  <c:v>41907</c:v>
                </c:pt>
                <c:pt idx="411">
                  <c:v>41908</c:v>
                </c:pt>
                <c:pt idx="412">
                  <c:v>41911</c:v>
                </c:pt>
                <c:pt idx="413">
                  <c:v>41912</c:v>
                </c:pt>
                <c:pt idx="414">
                  <c:v>41913</c:v>
                </c:pt>
                <c:pt idx="415">
                  <c:v>41914</c:v>
                </c:pt>
                <c:pt idx="416">
                  <c:v>41915</c:v>
                </c:pt>
                <c:pt idx="417">
                  <c:v>41918</c:v>
                </c:pt>
                <c:pt idx="418">
                  <c:v>41919</c:v>
                </c:pt>
                <c:pt idx="419">
                  <c:v>41920</c:v>
                </c:pt>
                <c:pt idx="420">
                  <c:v>41921</c:v>
                </c:pt>
                <c:pt idx="421">
                  <c:v>41922</c:v>
                </c:pt>
                <c:pt idx="422">
                  <c:v>41925</c:v>
                </c:pt>
                <c:pt idx="423">
                  <c:v>41926</c:v>
                </c:pt>
                <c:pt idx="424">
                  <c:v>41927</c:v>
                </c:pt>
                <c:pt idx="425">
                  <c:v>41928</c:v>
                </c:pt>
                <c:pt idx="426">
                  <c:v>41929</c:v>
                </c:pt>
                <c:pt idx="427">
                  <c:v>41932</c:v>
                </c:pt>
                <c:pt idx="428">
                  <c:v>41933</c:v>
                </c:pt>
                <c:pt idx="429">
                  <c:v>41934</c:v>
                </c:pt>
                <c:pt idx="430">
                  <c:v>41935</c:v>
                </c:pt>
                <c:pt idx="431">
                  <c:v>41936</c:v>
                </c:pt>
                <c:pt idx="432">
                  <c:v>41939</c:v>
                </c:pt>
                <c:pt idx="433">
                  <c:v>41940</c:v>
                </c:pt>
                <c:pt idx="434">
                  <c:v>41941</c:v>
                </c:pt>
                <c:pt idx="435">
                  <c:v>41942</c:v>
                </c:pt>
                <c:pt idx="436">
                  <c:v>41943</c:v>
                </c:pt>
                <c:pt idx="437">
                  <c:v>41946</c:v>
                </c:pt>
                <c:pt idx="438">
                  <c:v>41947</c:v>
                </c:pt>
                <c:pt idx="439">
                  <c:v>41948</c:v>
                </c:pt>
                <c:pt idx="440">
                  <c:v>41949</c:v>
                </c:pt>
                <c:pt idx="441">
                  <c:v>41950</c:v>
                </c:pt>
                <c:pt idx="442">
                  <c:v>41953</c:v>
                </c:pt>
                <c:pt idx="443">
                  <c:v>41954</c:v>
                </c:pt>
                <c:pt idx="444">
                  <c:v>41955</c:v>
                </c:pt>
                <c:pt idx="445">
                  <c:v>41956</c:v>
                </c:pt>
                <c:pt idx="446">
                  <c:v>41957</c:v>
                </c:pt>
                <c:pt idx="447">
                  <c:v>41960</c:v>
                </c:pt>
                <c:pt idx="448">
                  <c:v>41961</c:v>
                </c:pt>
                <c:pt idx="449">
                  <c:v>41962</c:v>
                </c:pt>
                <c:pt idx="450">
                  <c:v>41963</c:v>
                </c:pt>
                <c:pt idx="451">
                  <c:v>41964</c:v>
                </c:pt>
                <c:pt idx="452">
                  <c:v>41967</c:v>
                </c:pt>
                <c:pt idx="453">
                  <c:v>41968</c:v>
                </c:pt>
                <c:pt idx="454">
                  <c:v>41969</c:v>
                </c:pt>
                <c:pt idx="455">
                  <c:v>41971</c:v>
                </c:pt>
                <c:pt idx="456">
                  <c:v>41974</c:v>
                </c:pt>
                <c:pt idx="457">
                  <c:v>41975</c:v>
                </c:pt>
                <c:pt idx="458">
                  <c:v>41976</c:v>
                </c:pt>
                <c:pt idx="459">
                  <c:v>41977</c:v>
                </c:pt>
                <c:pt idx="460">
                  <c:v>41978</c:v>
                </c:pt>
                <c:pt idx="461">
                  <c:v>41981</c:v>
                </c:pt>
                <c:pt idx="462">
                  <c:v>41982</c:v>
                </c:pt>
                <c:pt idx="463">
                  <c:v>41983</c:v>
                </c:pt>
                <c:pt idx="464">
                  <c:v>41984</c:v>
                </c:pt>
                <c:pt idx="465">
                  <c:v>41985</c:v>
                </c:pt>
                <c:pt idx="466">
                  <c:v>41988</c:v>
                </c:pt>
                <c:pt idx="467">
                  <c:v>41989</c:v>
                </c:pt>
                <c:pt idx="468">
                  <c:v>41990</c:v>
                </c:pt>
                <c:pt idx="469">
                  <c:v>41991</c:v>
                </c:pt>
                <c:pt idx="470">
                  <c:v>41992</c:v>
                </c:pt>
                <c:pt idx="471">
                  <c:v>41995</c:v>
                </c:pt>
                <c:pt idx="472">
                  <c:v>41996</c:v>
                </c:pt>
                <c:pt idx="473">
                  <c:v>41997</c:v>
                </c:pt>
                <c:pt idx="474">
                  <c:v>41999</c:v>
                </c:pt>
                <c:pt idx="475">
                  <c:v>42002</c:v>
                </c:pt>
                <c:pt idx="476">
                  <c:v>42003</c:v>
                </c:pt>
                <c:pt idx="477">
                  <c:v>42004</c:v>
                </c:pt>
                <c:pt idx="478">
                  <c:v>42006</c:v>
                </c:pt>
                <c:pt idx="479">
                  <c:v>42009</c:v>
                </c:pt>
                <c:pt idx="480">
                  <c:v>42010</c:v>
                </c:pt>
                <c:pt idx="481">
                  <c:v>42011</c:v>
                </c:pt>
                <c:pt idx="482">
                  <c:v>42012</c:v>
                </c:pt>
                <c:pt idx="483">
                  <c:v>42013</c:v>
                </c:pt>
                <c:pt idx="484">
                  <c:v>42016</c:v>
                </c:pt>
                <c:pt idx="485">
                  <c:v>42017</c:v>
                </c:pt>
                <c:pt idx="486">
                  <c:v>42018</c:v>
                </c:pt>
                <c:pt idx="487">
                  <c:v>42019</c:v>
                </c:pt>
                <c:pt idx="488">
                  <c:v>42020</c:v>
                </c:pt>
                <c:pt idx="489">
                  <c:v>42024</c:v>
                </c:pt>
                <c:pt idx="490">
                  <c:v>42025</c:v>
                </c:pt>
                <c:pt idx="491">
                  <c:v>42026</c:v>
                </c:pt>
                <c:pt idx="492">
                  <c:v>42027</c:v>
                </c:pt>
                <c:pt idx="493">
                  <c:v>42030</c:v>
                </c:pt>
                <c:pt idx="494">
                  <c:v>42031</c:v>
                </c:pt>
                <c:pt idx="495">
                  <c:v>42032</c:v>
                </c:pt>
                <c:pt idx="496">
                  <c:v>42033</c:v>
                </c:pt>
                <c:pt idx="497">
                  <c:v>42034</c:v>
                </c:pt>
                <c:pt idx="498">
                  <c:v>42037</c:v>
                </c:pt>
                <c:pt idx="499">
                  <c:v>42038</c:v>
                </c:pt>
                <c:pt idx="500">
                  <c:v>42039</c:v>
                </c:pt>
                <c:pt idx="501">
                  <c:v>42040</c:v>
                </c:pt>
                <c:pt idx="502">
                  <c:v>42041</c:v>
                </c:pt>
                <c:pt idx="503">
                  <c:v>42044</c:v>
                </c:pt>
                <c:pt idx="504">
                  <c:v>42045</c:v>
                </c:pt>
                <c:pt idx="505">
                  <c:v>42046</c:v>
                </c:pt>
                <c:pt idx="506">
                  <c:v>42047</c:v>
                </c:pt>
                <c:pt idx="507">
                  <c:v>42048</c:v>
                </c:pt>
                <c:pt idx="508">
                  <c:v>42052</c:v>
                </c:pt>
                <c:pt idx="509">
                  <c:v>42053</c:v>
                </c:pt>
                <c:pt idx="510">
                  <c:v>42054</c:v>
                </c:pt>
                <c:pt idx="511">
                  <c:v>42055</c:v>
                </c:pt>
                <c:pt idx="512">
                  <c:v>42058</c:v>
                </c:pt>
                <c:pt idx="513">
                  <c:v>42059</c:v>
                </c:pt>
                <c:pt idx="514">
                  <c:v>42060</c:v>
                </c:pt>
                <c:pt idx="515">
                  <c:v>42061</c:v>
                </c:pt>
                <c:pt idx="516">
                  <c:v>42062</c:v>
                </c:pt>
                <c:pt idx="517">
                  <c:v>42065</c:v>
                </c:pt>
                <c:pt idx="518">
                  <c:v>42066</c:v>
                </c:pt>
                <c:pt idx="519">
                  <c:v>42067</c:v>
                </c:pt>
                <c:pt idx="520">
                  <c:v>42068</c:v>
                </c:pt>
                <c:pt idx="521">
                  <c:v>42069</c:v>
                </c:pt>
                <c:pt idx="522">
                  <c:v>42072</c:v>
                </c:pt>
                <c:pt idx="523">
                  <c:v>42073</c:v>
                </c:pt>
                <c:pt idx="524">
                  <c:v>42074</c:v>
                </c:pt>
                <c:pt idx="525">
                  <c:v>42075</c:v>
                </c:pt>
                <c:pt idx="526">
                  <c:v>42076</c:v>
                </c:pt>
                <c:pt idx="527">
                  <c:v>42079</c:v>
                </c:pt>
                <c:pt idx="528">
                  <c:v>42080</c:v>
                </c:pt>
                <c:pt idx="529">
                  <c:v>42081</c:v>
                </c:pt>
                <c:pt idx="530">
                  <c:v>42082</c:v>
                </c:pt>
                <c:pt idx="531">
                  <c:v>42083</c:v>
                </c:pt>
                <c:pt idx="532">
                  <c:v>42086</c:v>
                </c:pt>
                <c:pt idx="533">
                  <c:v>42087</c:v>
                </c:pt>
                <c:pt idx="534">
                  <c:v>42088</c:v>
                </c:pt>
                <c:pt idx="535">
                  <c:v>42089</c:v>
                </c:pt>
                <c:pt idx="536">
                  <c:v>42090</c:v>
                </c:pt>
                <c:pt idx="537">
                  <c:v>42093</c:v>
                </c:pt>
                <c:pt idx="538">
                  <c:v>42094</c:v>
                </c:pt>
                <c:pt idx="539">
                  <c:v>42095</c:v>
                </c:pt>
                <c:pt idx="540">
                  <c:v>42096</c:v>
                </c:pt>
                <c:pt idx="541">
                  <c:v>42100</c:v>
                </c:pt>
                <c:pt idx="542">
                  <c:v>42101</c:v>
                </c:pt>
                <c:pt idx="543">
                  <c:v>42102</c:v>
                </c:pt>
                <c:pt idx="544">
                  <c:v>42103</c:v>
                </c:pt>
                <c:pt idx="545">
                  <c:v>42104</c:v>
                </c:pt>
                <c:pt idx="546">
                  <c:v>42107</c:v>
                </c:pt>
                <c:pt idx="547">
                  <c:v>42108</c:v>
                </c:pt>
                <c:pt idx="548">
                  <c:v>42109</c:v>
                </c:pt>
                <c:pt idx="549">
                  <c:v>42110</c:v>
                </c:pt>
                <c:pt idx="550">
                  <c:v>42111</c:v>
                </c:pt>
                <c:pt idx="551">
                  <c:v>42114</c:v>
                </c:pt>
                <c:pt idx="552">
                  <c:v>42115</c:v>
                </c:pt>
                <c:pt idx="553">
                  <c:v>42116</c:v>
                </c:pt>
                <c:pt idx="554">
                  <c:v>42117</c:v>
                </c:pt>
                <c:pt idx="555">
                  <c:v>42118</c:v>
                </c:pt>
                <c:pt idx="556">
                  <c:v>42121</c:v>
                </c:pt>
                <c:pt idx="557">
                  <c:v>42122</c:v>
                </c:pt>
                <c:pt idx="558">
                  <c:v>42123</c:v>
                </c:pt>
                <c:pt idx="559">
                  <c:v>42124</c:v>
                </c:pt>
                <c:pt idx="560">
                  <c:v>42125</c:v>
                </c:pt>
                <c:pt idx="561">
                  <c:v>42128</c:v>
                </c:pt>
                <c:pt idx="562">
                  <c:v>42129</c:v>
                </c:pt>
                <c:pt idx="563">
                  <c:v>42130</c:v>
                </c:pt>
                <c:pt idx="564">
                  <c:v>42131</c:v>
                </c:pt>
                <c:pt idx="565">
                  <c:v>42132</c:v>
                </c:pt>
                <c:pt idx="566">
                  <c:v>42135</c:v>
                </c:pt>
                <c:pt idx="567">
                  <c:v>42136</c:v>
                </c:pt>
                <c:pt idx="568">
                  <c:v>42137</c:v>
                </c:pt>
                <c:pt idx="569">
                  <c:v>42138</c:v>
                </c:pt>
                <c:pt idx="570">
                  <c:v>42139</c:v>
                </c:pt>
                <c:pt idx="571">
                  <c:v>42142</c:v>
                </c:pt>
                <c:pt idx="572">
                  <c:v>42143</c:v>
                </c:pt>
                <c:pt idx="573">
                  <c:v>42144</c:v>
                </c:pt>
                <c:pt idx="574">
                  <c:v>42145</c:v>
                </c:pt>
                <c:pt idx="575">
                  <c:v>42146</c:v>
                </c:pt>
                <c:pt idx="576">
                  <c:v>42150</c:v>
                </c:pt>
                <c:pt idx="577">
                  <c:v>42151</c:v>
                </c:pt>
                <c:pt idx="578">
                  <c:v>42152</c:v>
                </c:pt>
                <c:pt idx="579">
                  <c:v>42153</c:v>
                </c:pt>
                <c:pt idx="580">
                  <c:v>42156</c:v>
                </c:pt>
                <c:pt idx="581">
                  <c:v>42157</c:v>
                </c:pt>
                <c:pt idx="582">
                  <c:v>42158</c:v>
                </c:pt>
                <c:pt idx="583">
                  <c:v>42159</c:v>
                </c:pt>
                <c:pt idx="584">
                  <c:v>42160</c:v>
                </c:pt>
                <c:pt idx="585">
                  <c:v>42163</c:v>
                </c:pt>
                <c:pt idx="586">
                  <c:v>42164</c:v>
                </c:pt>
                <c:pt idx="587">
                  <c:v>42165</c:v>
                </c:pt>
                <c:pt idx="588">
                  <c:v>42166</c:v>
                </c:pt>
                <c:pt idx="589">
                  <c:v>42167</c:v>
                </c:pt>
                <c:pt idx="590">
                  <c:v>42170</c:v>
                </c:pt>
                <c:pt idx="591">
                  <c:v>42171</c:v>
                </c:pt>
                <c:pt idx="592">
                  <c:v>42172</c:v>
                </c:pt>
                <c:pt idx="593">
                  <c:v>42173</c:v>
                </c:pt>
                <c:pt idx="594">
                  <c:v>42174</c:v>
                </c:pt>
                <c:pt idx="595">
                  <c:v>42177</c:v>
                </c:pt>
                <c:pt idx="596">
                  <c:v>42178</c:v>
                </c:pt>
                <c:pt idx="597">
                  <c:v>42179</c:v>
                </c:pt>
                <c:pt idx="598">
                  <c:v>42180</c:v>
                </c:pt>
                <c:pt idx="599">
                  <c:v>42181</c:v>
                </c:pt>
                <c:pt idx="600">
                  <c:v>42184</c:v>
                </c:pt>
                <c:pt idx="601">
                  <c:v>42185</c:v>
                </c:pt>
                <c:pt idx="602">
                  <c:v>42186</c:v>
                </c:pt>
                <c:pt idx="603">
                  <c:v>42187</c:v>
                </c:pt>
                <c:pt idx="604">
                  <c:v>42191</c:v>
                </c:pt>
                <c:pt idx="605">
                  <c:v>42192</c:v>
                </c:pt>
                <c:pt idx="606">
                  <c:v>42193</c:v>
                </c:pt>
                <c:pt idx="607">
                  <c:v>42194</c:v>
                </c:pt>
                <c:pt idx="608">
                  <c:v>42195</c:v>
                </c:pt>
                <c:pt idx="609">
                  <c:v>42198</c:v>
                </c:pt>
                <c:pt idx="610">
                  <c:v>42199</c:v>
                </c:pt>
                <c:pt idx="611">
                  <c:v>42200</c:v>
                </c:pt>
                <c:pt idx="612">
                  <c:v>42201</c:v>
                </c:pt>
                <c:pt idx="613">
                  <c:v>42202</c:v>
                </c:pt>
                <c:pt idx="614">
                  <c:v>42205</c:v>
                </c:pt>
                <c:pt idx="615">
                  <c:v>42206</c:v>
                </c:pt>
                <c:pt idx="616">
                  <c:v>42207</c:v>
                </c:pt>
                <c:pt idx="617">
                  <c:v>42208</c:v>
                </c:pt>
                <c:pt idx="618">
                  <c:v>42209</c:v>
                </c:pt>
                <c:pt idx="619">
                  <c:v>42212</c:v>
                </c:pt>
                <c:pt idx="620">
                  <c:v>42213</c:v>
                </c:pt>
                <c:pt idx="621">
                  <c:v>42214</c:v>
                </c:pt>
                <c:pt idx="622">
                  <c:v>42215</c:v>
                </c:pt>
                <c:pt idx="623">
                  <c:v>42216</c:v>
                </c:pt>
                <c:pt idx="624">
                  <c:v>42219</c:v>
                </c:pt>
                <c:pt idx="625">
                  <c:v>42220</c:v>
                </c:pt>
                <c:pt idx="626">
                  <c:v>42221</c:v>
                </c:pt>
                <c:pt idx="627">
                  <c:v>42222</c:v>
                </c:pt>
                <c:pt idx="628">
                  <c:v>42223</c:v>
                </c:pt>
                <c:pt idx="629">
                  <c:v>42226</c:v>
                </c:pt>
                <c:pt idx="630">
                  <c:v>42227</c:v>
                </c:pt>
                <c:pt idx="631">
                  <c:v>42228</c:v>
                </c:pt>
                <c:pt idx="632">
                  <c:v>42229</c:v>
                </c:pt>
                <c:pt idx="633">
                  <c:v>42230</c:v>
                </c:pt>
                <c:pt idx="634">
                  <c:v>42233</c:v>
                </c:pt>
                <c:pt idx="635">
                  <c:v>42234</c:v>
                </c:pt>
                <c:pt idx="636">
                  <c:v>42235</c:v>
                </c:pt>
                <c:pt idx="637">
                  <c:v>42236</c:v>
                </c:pt>
                <c:pt idx="638">
                  <c:v>42237</c:v>
                </c:pt>
                <c:pt idx="639">
                  <c:v>42240</c:v>
                </c:pt>
                <c:pt idx="640">
                  <c:v>42241</c:v>
                </c:pt>
                <c:pt idx="641">
                  <c:v>42242</c:v>
                </c:pt>
                <c:pt idx="642">
                  <c:v>42243</c:v>
                </c:pt>
                <c:pt idx="643">
                  <c:v>42244</c:v>
                </c:pt>
                <c:pt idx="644">
                  <c:v>42247</c:v>
                </c:pt>
                <c:pt idx="645">
                  <c:v>42248</c:v>
                </c:pt>
                <c:pt idx="646">
                  <c:v>42249</c:v>
                </c:pt>
                <c:pt idx="647">
                  <c:v>42250</c:v>
                </c:pt>
                <c:pt idx="648">
                  <c:v>42251</c:v>
                </c:pt>
                <c:pt idx="649">
                  <c:v>42255</c:v>
                </c:pt>
                <c:pt idx="650">
                  <c:v>42256</c:v>
                </c:pt>
                <c:pt idx="651">
                  <c:v>42257</c:v>
                </c:pt>
                <c:pt idx="652">
                  <c:v>42258</c:v>
                </c:pt>
                <c:pt idx="653">
                  <c:v>42261</c:v>
                </c:pt>
                <c:pt idx="654">
                  <c:v>42262</c:v>
                </c:pt>
                <c:pt idx="655">
                  <c:v>42263</c:v>
                </c:pt>
                <c:pt idx="656">
                  <c:v>42264</c:v>
                </c:pt>
                <c:pt idx="657">
                  <c:v>42265</c:v>
                </c:pt>
                <c:pt idx="658">
                  <c:v>42268</c:v>
                </c:pt>
                <c:pt idx="659">
                  <c:v>42269</c:v>
                </c:pt>
                <c:pt idx="660">
                  <c:v>42270</c:v>
                </c:pt>
                <c:pt idx="661">
                  <c:v>42271</c:v>
                </c:pt>
                <c:pt idx="662">
                  <c:v>42272</c:v>
                </c:pt>
                <c:pt idx="663">
                  <c:v>42275</c:v>
                </c:pt>
                <c:pt idx="664">
                  <c:v>42276</c:v>
                </c:pt>
                <c:pt idx="665">
                  <c:v>42277</c:v>
                </c:pt>
                <c:pt idx="666">
                  <c:v>42278</c:v>
                </c:pt>
                <c:pt idx="667">
                  <c:v>42279</c:v>
                </c:pt>
                <c:pt idx="668">
                  <c:v>42282</c:v>
                </c:pt>
                <c:pt idx="669">
                  <c:v>42283</c:v>
                </c:pt>
                <c:pt idx="670">
                  <c:v>42284</c:v>
                </c:pt>
                <c:pt idx="671">
                  <c:v>42285</c:v>
                </c:pt>
                <c:pt idx="672">
                  <c:v>42286</c:v>
                </c:pt>
                <c:pt idx="673">
                  <c:v>42289</c:v>
                </c:pt>
                <c:pt idx="674">
                  <c:v>42290</c:v>
                </c:pt>
                <c:pt idx="675">
                  <c:v>42291</c:v>
                </c:pt>
                <c:pt idx="676">
                  <c:v>42292</c:v>
                </c:pt>
                <c:pt idx="677">
                  <c:v>42293</c:v>
                </c:pt>
                <c:pt idx="678">
                  <c:v>42296</c:v>
                </c:pt>
                <c:pt idx="679">
                  <c:v>42297</c:v>
                </c:pt>
                <c:pt idx="680">
                  <c:v>42298</c:v>
                </c:pt>
                <c:pt idx="681">
                  <c:v>42299</c:v>
                </c:pt>
                <c:pt idx="682">
                  <c:v>42300</c:v>
                </c:pt>
                <c:pt idx="683">
                  <c:v>42303</c:v>
                </c:pt>
                <c:pt idx="684">
                  <c:v>42304</c:v>
                </c:pt>
                <c:pt idx="685">
                  <c:v>42305</c:v>
                </c:pt>
                <c:pt idx="686">
                  <c:v>42306</c:v>
                </c:pt>
                <c:pt idx="687">
                  <c:v>42307</c:v>
                </c:pt>
                <c:pt idx="688">
                  <c:v>42310</c:v>
                </c:pt>
                <c:pt idx="689">
                  <c:v>42311</c:v>
                </c:pt>
                <c:pt idx="690">
                  <c:v>42312</c:v>
                </c:pt>
                <c:pt idx="691">
                  <c:v>42313</c:v>
                </c:pt>
                <c:pt idx="692">
                  <c:v>42314</c:v>
                </c:pt>
                <c:pt idx="693">
                  <c:v>42317</c:v>
                </c:pt>
                <c:pt idx="694">
                  <c:v>42318</c:v>
                </c:pt>
                <c:pt idx="695">
                  <c:v>42319</c:v>
                </c:pt>
                <c:pt idx="696">
                  <c:v>42320</c:v>
                </c:pt>
                <c:pt idx="697">
                  <c:v>42321</c:v>
                </c:pt>
                <c:pt idx="698">
                  <c:v>42324</c:v>
                </c:pt>
                <c:pt idx="699">
                  <c:v>42325</c:v>
                </c:pt>
                <c:pt idx="700">
                  <c:v>42326</c:v>
                </c:pt>
                <c:pt idx="701">
                  <c:v>42327</c:v>
                </c:pt>
                <c:pt idx="702">
                  <c:v>42328</c:v>
                </c:pt>
                <c:pt idx="703">
                  <c:v>42331</c:v>
                </c:pt>
                <c:pt idx="704">
                  <c:v>42332</c:v>
                </c:pt>
                <c:pt idx="705">
                  <c:v>42333</c:v>
                </c:pt>
                <c:pt idx="706">
                  <c:v>42335</c:v>
                </c:pt>
                <c:pt idx="707">
                  <c:v>42338</c:v>
                </c:pt>
                <c:pt idx="708">
                  <c:v>42339</c:v>
                </c:pt>
                <c:pt idx="709">
                  <c:v>42340</c:v>
                </c:pt>
                <c:pt idx="710">
                  <c:v>42341</c:v>
                </c:pt>
                <c:pt idx="711">
                  <c:v>42342</c:v>
                </c:pt>
                <c:pt idx="712">
                  <c:v>42345</c:v>
                </c:pt>
                <c:pt idx="713">
                  <c:v>42346</c:v>
                </c:pt>
                <c:pt idx="714">
                  <c:v>42347</c:v>
                </c:pt>
                <c:pt idx="715">
                  <c:v>42348</c:v>
                </c:pt>
                <c:pt idx="716">
                  <c:v>42349</c:v>
                </c:pt>
                <c:pt idx="717">
                  <c:v>42352</c:v>
                </c:pt>
                <c:pt idx="718">
                  <c:v>42353</c:v>
                </c:pt>
                <c:pt idx="719">
                  <c:v>42354</c:v>
                </c:pt>
                <c:pt idx="720">
                  <c:v>42355</c:v>
                </c:pt>
                <c:pt idx="721">
                  <c:v>42356</c:v>
                </c:pt>
                <c:pt idx="722">
                  <c:v>42359</c:v>
                </c:pt>
                <c:pt idx="723">
                  <c:v>42360</c:v>
                </c:pt>
                <c:pt idx="724">
                  <c:v>42361</c:v>
                </c:pt>
                <c:pt idx="725">
                  <c:v>42362</c:v>
                </c:pt>
                <c:pt idx="726">
                  <c:v>42366</c:v>
                </c:pt>
                <c:pt idx="727">
                  <c:v>42367</c:v>
                </c:pt>
                <c:pt idx="728">
                  <c:v>42368</c:v>
                </c:pt>
                <c:pt idx="729">
                  <c:v>42369</c:v>
                </c:pt>
                <c:pt idx="730">
                  <c:v>42373</c:v>
                </c:pt>
                <c:pt idx="731">
                  <c:v>42374</c:v>
                </c:pt>
                <c:pt idx="732">
                  <c:v>42375</c:v>
                </c:pt>
                <c:pt idx="733">
                  <c:v>42376</c:v>
                </c:pt>
                <c:pt idx="734">
                  <c:v>42377</c:v>
                </c:pt>
                <c:pt idx="735">
                  <c:v>42380</c:v>
                </c:pt>
                <c:pt idx="736">
                  <c:v>42381</c:v>
                </c:pt>
                <c:pt idx="737">
                  <c:v>42382</c:v>
                </c:pt>
                <c:pt idx="738">
                  <c:v>42383</c:v>
                </c:pt>
                <c:pt idx="739">
                  <c:v>42384</c:v>
                </c:pt>
                <c:pt idx="740">
                  <c:v>42388</c:v>
                </c:pt>
                <c:pt idx="741">
                  <c:v>42389</c:v>
                </c:pt>
                <c:pt idx="742">
                  <c:v>42390</c:v>
                </c:pt>
                <c:pt idx="743">
                  <c:v>42391</c:v>
                </c:pt>
                <c:pt idx="744">
                  <c:v>42394</c:v>
                </c:pt>
                <c:pt idx="745">
                  <c:v>42395</c:v>
                </c:pt>
                <c:pt idx="746">
                  <c:v>42396</c:v>
                </c:pt>
                <c:pt idx="747">
                  <c:v>42397</c:v>
                </c:pt>
                <c:pt idx="748">
                  <c:v>42398</c:v>
                </c:pt>
                <c:pt idx="749">
                  <c:v>42401</c:v>
                </c:pt>
                <c:pt idx="750">
                  <c:v>42402</c:v>
                </c:pt>
                <c:pt idx="751">
                  <c:v>42403</c:v>
                </c:pt>
                <c:pt idx="752">
                  <c:v>42404</c:v>
                </c:pt>
                <c:pt idx="753">
                  <c:v>42405</c:v>
                </c:pt>
                <c:pt idx="754">
                  <c:v>42408</c:v>
                </c:pt>
                <c:pt idx="755">
                  <c:v>42409</c:v>
                </c:pt>
                <c:pt idx="756">
                  <c:v>42410</c:v>
                </c:pt>
                <c:pt idx="757">
                  <c:v>42411</c:v>
                </c:pt>
                <c:pt idx="758">
                  <c:v>42412</c:v>
                </c:pt>
                <c:pt idx="759">
                  <c:v>42416</c:v>
                </c:pt>
                <c:pt idx="760">
                  <c:v>42417</c:v>
                </c:pt>
                <c:pt idx="761">
                  <c:v>42418</c:v>
                </c:pt>
                <c:pt idx="762">
                  <c:v>42419</c:v>
                </c:pt>
                <c:pt idx="763">
                  <c:v>42422</c:v>
                </c:pt>
                <c:pt idx="764">
                  <c:v>42423</c:v>
                </c:pt>
                <c:pt idx="765">
                  <c:v>42424</c:v>
                </c:pt>
                <c:pt idx="766">
                  <c:v>42425</c:v>
                </c:pt>
                <c:pt idx="767">
                  <c:v>42426</c:v>
                </c:pt>
                <c:pt idx="768">
                  <c:v>42429</c:v>
                </c:pt>
                <c:pt idx="769">
                  <c:v>42430</c:v>
                </c:pt>
                <c:pt idx="770">
                  <c:v>42431</c:v>
                </c:pt>
                <c:pt idx="771">
                  <c:v>42432</c:v>
                </c:pt>
                <c:pt idx="772">
                  <c:v>42433</c:v>
                </c:pt>
                <c:pt idx="773">
                  <c:v>42436</c:v>
                </c:pt>
                <c:pt idx="774">
                  <c:v>42437</c:v>
                </c:pt>
                <c:pt idx="775">
                  <c:v>42438</c:v>
                </c:pt>
                <c:pt idx="776">
                  <c:v>42439</c:v>
                </c:pt>
                <c:pt idx="777">
                  <c:v>42440</c:v>
                </c:pt>
                <c:pt idx="778">
                  <c:v>42443</c:v>
                </c:pt>
                <c:pt idx="779">
                  <c:v>42444</c:v>
                </c:pt>
                <c:pt idx="780">
                  <c:v>42445</c:v>
                </c:pt>
                <c:pt idx="781">
                  <c:v>42446</c:v>
                </c:pt>
                <c:pt idx="782">
                  <c:v>42447</c:v>
                </c:pt>
                <c:pt idx="783">
                  <c:v>42450</c:v>
                </c:pt>
                <c:pt idx="784">
                  <c:v>42451</c:v>
                </c:pt>
                <c:pt idx="785">
                  <c:v>42452</c:v>
                </c:pt>
                <c:pt idx="786">
                  <c:v>42453</c:v>
                </c:pt>
                <c:pt idx="787">
                  <c:v>42457</c:v>
                </c:pt>
                <c:pt idx="788">
                  <c:v>42458</c:v>
                </c:pt>
                <c:pt idx="789">
                  <c:v>42459</c:v>
                </c:pt>
                <c:pt idx="790">
                  <c:v>42460</c:v>
                </c:pt>
                <c:pt idx="791">
                  <c:v>42461</c:v>
                </c:pt>
                <c:pt idx="792">
                  <c:v>42464</c:v>
                </c:pt>
                <c:pt idx="793">
                  <c:v>42465</c:v>
                </c:pt>
                <c:pt idx="794">
                  <c:v>42466</c:v>
                </c:pt>
                <c:pt idx="795">
                  <c:v>42467</c:v>
                </c:pt>
                <c:pt idx="796">
                  <c:v>42468</c:v>
                </c:pt>
                <c:pt idx="797">
                  <c:v>42471</c:v>
                </c:pt>
                <c:pt idx="798">
                  <c:v>42472</c:v>
                </c:pt>
                <c:pt idx="799">
                  <c:v>42473</c:v>
                </c:pt>
                <c:pt idx="800">
                  <c:v>42474</c:v>
                </c:pt>
                <c:pt idx="801">
                  <c:v>42475</c:v>
                </c:pt>
                <c:pt idx="802">
                  <c:v>42478</c:v>
                </c:pt>
                <c:pt idx="803">
                  <c:v>42479</c:v>
                </c:pt>
                <c:pt idx="804">
                  <c:v>42480</c:v>
                </c:pt>
                <c:pt idx="805">
                  <c:v>42481</c:v>
                </c:pt>
                <c:pt idx="806">
                  <c:v>42482</c:v>
                </c:pt>
                <c:pt idx="807">
                  <c:v>42485</c:v>
                </c:pt>
                <c:pt idx="808">
                  <c:v>42486</c:v>
                </c:pt>
                <c:pt idx="809">
                  <c:v>42487</c:v>
                </c:pt>
                <c:pt idx="810">
                  <c:v>42488</c:v>
                </c:pt>
                <c:pt idx="811">
                  <c:v>42489</c:v>
                </c:pt>
                <c:pt idx="812">
                  <c:v>42492</c:v>
                </c:pt>
                <c:pt idx="813">
                  <c:v>42493</c:v>
                </c:pt>
                <c:pt idx="814">
                  <c:v>42494</c:v>
                </c:pt>
                <c:pt idx="815">
                  <c:v>42495</c:v>
                </c:pt>
                <c:pt idx="816">
                  <c:v>42496</c:v>
                </c:pt>
                <c:pt idx="817">
                  <c:v>42499</c:v>
                </c:pt>
                <c:pt idx="818">
                  <c:v>42500</c:v>
                </c:pt>
                <c:pt idx="819">
                  <c:v>42501</c:v>
                </c:pt>
                <c:pt idx="820">
                  <c:v>42502</c:v>
                </c:pt>
                <c:pt idx="821">
                  <c:v>42503</c:v>
                </c:pt>
                <c:pt idx="822">
                  <c:v>42506</c:v>
                </c:pt>
                <c:pt idx="823">
                  <c:v>42507</c:v>
                </c:pt>
                <c:pt idx="824">
                  <c:v>42508</c:v>
                </c:pt>
                <c:pt idx="825">
                  <c:v>42509</c:v>
                </c:pt>
                <c:pt idx="826">
                  <c:v>42510</c:v>
                </c:pt>
                <c:pt idx="827">
                  <c:v>42513</c:v>
                </c:pt>
                <c:pt idx="828">
                  <c:v>42514</c:v>
                </c:pt>
                <c:pt idx="829">
                  <c:v>42515</c:v>
                </c:pt>
                <c:pt idx="830">
                  <c:v>42516</c:v>
                </c:pt>
                <c:pt idx="831">
                  <c:v>42517</c:v>
                </c:pt>
                <c:pt idx="832">
                  <c:v>42521</c:v>
                </c:pt>
                <c:pt idx="833">
                  <c:v>42522</c:v>
                </c:pt>
                <c:pt idx="834">
                  <c:v>42523</c:v>
                </c:pt>
                <c:pt idx="835">
                  <c:v>42524</c:v>
                </c:pt>
                <c:pt idx="836">
                  <c:v>42527</c:v>
                </c:pt>
                <c:pt idx="837">
                  <c:v>42528</c:v>
                </c:pt>
                <c:pt idx="838">
                  <c:v>42529</c:v>
                </c:pt>
                <c:pt idx="839">
                  <c:v>42530</c:v>
                </c:pt>
                <c:pt idx="840">
                  <c:v>42531</c:v>
                </c:pt>
                <c:pt idx="841">
                  <c:v>42534</c:v>
                </c:pt>
                <c:pt idx="842">
                  <c:v>42535</c:v>
                </c:pt>
                <c:pt idx="843">
                  <c:v>42536</c:v>
                </c:pt>
                <c:pt idx="844">
                  <c:v>42537</c:v>
                </c:pt>
                <c:pt idx="845">
                  <c:v>42538</c:v>
                </c:pt>
                <c:pt idx="846">
                  <c:v>42541</c:v>
                </c:pt>
                <c:pt idx="847">
                  <c:v>42542</c:v>
                </c:pt>
                <c:pt idx="848">
                  <c:v>42543</c:v>
                </c:pt>
                <c:pt idx="849">
                  <c:v>42544</c:v>
                </c:pt>
                <c:pt idx="850">
                  <c:v>42545</c:v>
                </c:pt>
                <c:pt idx="851">
                  <c:v>42548</c:v>
                </c:pt>
                <c:pt idx="852">
                  <c:v>42549</c:v>
                </c:pt>
                <c:pt idx="853">
                  <c:v>42550</c:v>
                </c:pt>
                <c:pt idx="854">
                  <c:v>42551</c:v>
                </c:pt>
                <c:pt idx="855">
                  <c:v>42552</c:v>
                </c:pt>
                <c:pt idx="856">
                  <c:v>42556</c:v>
                </c:pt>
                <c:pt idx="857">
                  <c:v>42557</c:v>
                </c:pt>
                <c:pt idx="858">
                  <c:v>42558</c:v>
                </c:pt>
                <c:pt idx="859">
                  <c:v>42559</c:v>
                </c:pt>
                <c:pt idx="860">
                  <c:v>42562</c:v>
                </c:pt>
                <c:pt idx="861">
                  <c:v>42563</c:v>
                </c:pt>
                <c:pt idx="862">
                  <c:v>42564</c:v>
                </c:pt>
                <c:pt idx="863">
                  <c:v>42565</c:v>
                </c:pt>
                <c:pt idx="864">
                  <c:v>42566</c:v>
                </c:pt>
                <c:pt idx="865">
                  <c:v>42569</c:v>
                </c:pt>
                <c:pt idx="866">
                  <c:v>42570</c:v>
                </c:pt>
                <c:pt idx="867">
                  <c:v>42571</c:v>
                </c:pt>
                <c:pt idx="868">
                  <c:v>42572</c:v>
                </c:pt>
                <c:pt idx="869">
                  <c:v>42573</c:v>
                </c:pt>
                <c:pt idx="870">
                  <c:v>42576</c:v>
                </c:pt>
                <c:pt idx="871">
                  <c:v>42577</c:v>
                </c:pt>
                <c:pt idx="872">
                  <c:v>42578</c:v>
                </c:pt>
                <c:pt idx="873">
                  <c:v>42579</c:v>
                </c:pt>
                <c:pt idx="874">
                  <c:v>42580</c:v>
                </c:pt>
                <c:pt idx="875">
                  <c:v>42583</c:v>
                </c:pt>
                <c:pt idx="876">
                  <c:v>42584</c:v>
                </c:pt>
                <c:pt idx="877">
                  <c:v>42585</c:v>
                </c:pt>
                <c:pt idx="878">
                  <c:v>42586</c:v>
                </c:pt>
                <c:pt idx="879">
                  <c:v>42587</c:v>
                </c:pt>
                <c:pt idx="880">
                  <c:v>42590</c:v>
                </c:pt>
                <c:pt idx="881">
                  <c:v>42591</c:v>
                </c:pt>
                <c:pt idx="882">
                  <c:v>42592</c:v>
                </c:pt>
                <c:pt idx="883">
                  <c:v>42593</c:v>
                </c:pt>
                <c:pt idx="884">
                  <c:v>42594</c:v>
                </c:pt>
                <c:pt idx="885">
                  <c:v>42597</c:v>
                </c:pt>
                <c:pt idx="886">
                  <c:v>42598</c:v>
                </c:pt>
                <c:pt idx="887">
                  <c:v>42599</c:v>
                </c:pt>
                <c:pt idx="888">
                  <c:v>42600</c:v>
                </c:pt>
                <c:pt idx="889">
                  <c:v>42601</c:v>
                </c:pt>
                <c:pt idx="890">
                  <c:v>42604</c:v>
                </c:pt>
                <c:pt idx="891">
                  <c:v>42605</c:v>
                </c:pt>
                <c:pt idx="892">
                  <c:v>42606</c:v>
                </c:pt>
                <c:pt idx="893">
                  <c:v>42607</c:v>
                </c:pt>
                <c:pt idx="894">
                  <c:v>42608</c:v>
                </c:pt>
                <c:pt idx="895">
                  <c:v>42611</c:v>
                </c:pt>
                <c:pt idx="896">
                  <c:v>42612</c:v>
                </c:pt>
                <c:pt idx="897">
                  <c:v>42613</c:v>
                </c:pt>
                <c:pt idx="898">
                  <c:v>42614</c:v>
                </c:pt>
                <c:pt idx="899">
                  <c:v>42615</c:v>
                </c:pt>
                <c:pt idx="900">
                  <c:v>42619</c:v>
                </c:pt>
                <c:pt idx="901">
                  <c:v>42620</c:v>
                </c:pt>
                <c:pt idx="902">
                  <c:v>42621</c:v>
                </c:pt>
                <c:pt idx="903">
                  <c:v>42622</c:v>
                </c:pt>
                <c:pt idx="904">
                  <c:v>42625</c:v>
                </c:pt>
                <c:pt idx="905">
                  <c:v>42626</c:v>
                </c:pt>
                <c:pt idx="906">
                  <c:v>42627</c:v>
                </c:pt>
                <c:pt idx="907">
                  <c:v>42628</c:v>
                </c:pt>
                <c:pt idx="908">
                  <c:v>42629</c:v>
                </c:pt>
                <c:pt idx="909">
                  <c:v>42632</c:v>
                </c:pt>
                <c:pt idx="910">
                  <c:v>42633</c:v>
                </c:pt>
                <c:pt idx="911">
                  <c:v>42634</c:v>
                </c:pt>
                <c:pt idx="912">
                  <c:v>42635</c:v>
                </c:pt>
                <c:pt idx="913">
                  <c:v>42636</c:v>
                </c:pt>
                <c:pt idx="914">
                  <c:v>42639</c:v>
                </c:pt>
                <c:pt idx="915">
                  <c:v>42640</c:v>
                </c:pt>
                <c:pt idx="916">
                  <c:v>42641</c:v>
                </c:pt>
                <c:pt idx="917">
                  <c:v>42642</c:v>
                </c:pt>
                <c:pt idx="918">
                  <c:v>42643</c:v>
                </c:pt>
                <c:pt idx="919">
                  <c:v>42646</c:v>
                </c:pt>
                <c:pt idx="920">
                  <c:v>42647</c:v>
                </c:pt>
                <c:pt idx="921">
                  <c:v>42648</c:v>
                </c:pt>
                <c:pt idx="922">
                  <c:v>42649</c:v>
                </c:pt>
                <c:pt idx="923">
                  <c:v>42650</c:v>
                </c:pt>
                <c:pt idx="924">
                  <c:v>42653</c:v>
                </c:pt>
                <c:pt idx="925">
                  <c:v>42654</c:v>
                </c:pt>
                <c:pt idx="926">
                  <c:v>42655</c:v>
                </c:pt>
                <c:pt idx="927">
                  <c:v>42656</c:v>
                </c:pt>
                <c:pt idx="928">
                  <c:v>42657</c:v>
                </c:pt>
                <c:pt idx="929">
                  <c:v>42660</c:v>
                </c:pt>
                <c:pt idx="930">
                  <c:v>42661</c:v>
                </c:pt>
                <c:pt idx="931">
                  <c:v>42662</c:v>
                </c:pt>
                <c:pt idx="932">
                  <c:v>42663</c:v>
                </c:pt>
                <c:pt idx="933">
                  <c:v>42664</c:v>
                </c:pt>
                <c:pt idx="934">
                  <c:v>42667</c:v>
                </c:pt>
                <c:pt idx="935">
                  <c:v>42668</c:v>
                </c:pt>
                <c:pt idx="936">
                  <c:v>42669</c:v>
                </c:pt>
                <c:pt idx="937">
                  <c:v>42670</c:v>
                </c:pt>
                <c:pt idx="938">
                  <c:v>42671</c:v>
                </c:pt>
                <c:pt idx="939">
                  <c:v>42674</c:v>
                </c:pt>
                <c:pt idx="940">
                  <c:v>42675</c:v>
                </c:pt>
                <c:pt idx="941">
                  <c:v>42676</c:v>
                </c:pt>
                <c:pt idx="942">
                  <c:v>42677</c:v>
                </c:pt>
                <c:pt idx="943">
                  <c:v>42678</c:v>
                </c:pt>
                <c:pt idx="944">
                  <c:v>42681</c:v>
                </c:pt>
                <c:pt idx="945">
                  <c:v>42682</c:v>
                </c:pt>
                <c:pt idx="946">
                  <c:v>42683</c:v>
                </c:pt>
                <c:pt idx="947">
                  <c:v>42684</c:v>
                </c:pt>
                <c:pt idx="948">
                  <c:v>42685</c:v>
                </c:pt>
                <c:pt idx="949">
                  <c:v>42688</c:v>
                </c:pt>
                <c:pt idx="950">
                  <c:v>42689</c:v>
                </c:pt>
                <c:pt idx="951">
                  <c:v>42690</c:v>
                </c:pt>
                <c:pt idx="952">
                  <c:v>42691</c:v>
                </c:pt>
                <c:pt idx="953">
                  <c:v>42692</c:v>
                </c:pt>
                <c:pt idx="954">
                  <c:v>42695</c:v>
                </c:pt>
                <c:pt idx="955">
                  <c:v>42696</c:v>
                </c:pt>
                <c:pt idx="956">
                  <c:v>42697</c:v>
                </c:pt>
                <c:pt idx="957">
                  <c:v>42699</c:v>
                </c:pt>
                <c:pt idx="958">
                  <c:v>42702</c:v>
                </c:pt>
                <c:pt idx="959">
                  <c:v>42703</c:v>
                </c:pt>
                <c:pt idx="960">
                  <c:v>42704</c:v>
                </c:pt>
                <c:pt idx="961">
                  <c:v>42705</c:v>
                </c:pt>
                <c:pt idx="962">
                  <c:v>42706</c:v>
                </c:pt>
                <c:pt idx="963">
                  <c:v>42709</c:v>
                </c:pt>
                <c:pt idx="964">
                  <c:v>42710</c:v>
                </c:pt>
                <c:pt idx="965">
                  <c:v>42711</c:v>
                </c:pt>
                <c:pt idx="966">
                  <c:v>42712</c:v>
                </c:pt>
                <c:pt idx="967">
                  <c:v>42713</c:v>
                </c:pt>
                <c:pt idx="968">
                  <c:v>42716</c:v>
                </c:pt>
                <c:pt idx="969">
                  <c:v>42717</c:v>
                </c:pt>
                <c:pt idx="970">
                  <c:v>42718</c:v>
                </c:pt>
                <c:pt idx="971">
                  <c:v>42719</c:v>
                </c:pt>
                <c:pt idx="972">
                  <c:v>42720</c:v>
                </c:pt>
                <c:pt idx="973">
                  <c:v>42723</c:v>
                </c:pt>
                <c:pt idx="974">
                  <c:v>42724</c:v>
                </c:pt>
                <c:pt idx="975">
                  <c:v>42725</c:v>
                </c:pt>
                <c:pt idx="976">
                  <c:v>42726</c:v>
                </c:pt>
                <c:pt idx="977">
                  <c:v>42727</c:v>
                </c:pt>
                <c:pt idx="978">
                  <c:v>42731</c:v>
                </c:pt>
                <c:pt idx="979">
                  <c:v>42732</c:v>
                </c:pt>
                <c:pt idx="980">
                  <c:v>42733</c:v>
                </c:pt>
                <c:pt idx="981">
                  <c:v>42734</c:v>
                </c:pt>
                <c:pt idx="982">
                  <c:v>42738</c:v>
                </c:pt>
                <c:pt idx="983">
                  <c:v>42739</c:v>
                </c:pt>
                <c:pt idx="984">
                  <c:v>42740</c:v>
                </c:pt>
                <c:pt idx="985">
                  <c:v>42741</c:v>
                </c:pt>
                <c:pt idx="986">
                  <c:v>42744</c:v>
                </c:pt>
                <c:pt idx="987">
                  <c:v>42745</c:v>
                </c:pt>
                <c:pt idx="988">
                  <c:v>42746</c:v>
                </c:pt>
                <c:pt idx="989">
                  <c:v>42747</c:v>
                </c:pt>
                <c:pt idx="990">
                  <c:v>42748</c:v>
                </c:pt>
                <c:pt idx="991">
                  <c:v>42752</c:v>
                </c:pt>
                <c:pt idx="992">
                  <c:v>42753</c:v>
                </c:pt>
                <c:pt idx="993">
                  <c:v>42754</c:v>
                </c:pt>
                <c:pt idx="994">
                  <c:v>42755</c:v>
                </c:pt>
                <c:pt idx="995">
                  <c:v>42758</c:v>
                </c:pt>
                <c:pt idx="996">
                  <c:v>42759</c:v>
                </c:pt>
                <c:pt idx="997">
                  <c:v>42760</c:v>
                </c:pt>
                <c:pt idx="998">
                  <c:v>42761</c:v>
                </c:pt>
                <c:pt idx="999">
                  <c:v>42762</c:v>
                </c:pt>
                <c:pt idx="1000">
                  <c:v>42765</c:v>
                </c:pt>
                <c:pt idx="1001">
                  <c:v>42766</c:v>
                </c:pt>
                <c:pt idx="1002">
                  <c:v>42767</c:v>
                </c:pt>
                <c:pt idx="1003">
                  <c:v>42768</c:v>
                </c:pt>
                <c:pt idx="1004">
                  <c:v>42769</c:v>
                </c:pt>
                <c:pt idx="1005">
                  <c:v>42772</c:v>
                </c:pt>
                <c:pt idx="1006">
                  <c:v>42773</c:v>
                </c:pt>
                <c:pt idx="1007">
                  <c:v>42774</c:v>
                </c:pt>
                <c:pt idx="1008">
                  <c:v>42775</c:v>
                </c:pt>
                <c:pt idx="1009">
                  <c:v>42776</c:v>
                </c:pt>
                <c:pt idx="1010">
                  <c:v>42779</c:v>
                </c:pt>
                <c:pt idx="1011">
                  <c:v>42780</c:v>
                </c:pt>
                <c:pt idx="1012">
                  <c:v>42781</c:v>
                </c:pt>
                <c:pt idx="1013">
                  <c:v>42782</c:v>
                </c:pt>
                <c:pt idx="1014">
                  <c:v>42783</c:v>
                </c:pt>
                <c:pt idx="1015">
                  <c:v>42787</c:v>
                </c:pt>
                <c:pt idx="1016">
                  <c:v>42788</c:v>
                </c:pt>
                <c:pt idx="1017">
                  <c:v>42789</c:v>
                </c:pt>
                <c:pt idx="1018">
                  <c:v>42790</c:v>
                </c:pt>
                <c:pt idx="1019">
                  <c:v>42793</c:v>
                </c:pt>
                <c:pt idx="1020">
                  <c:v>42794</c:v>
                </c:pt>
                <c:pt idx="1021">
                  <c:v>42795</c:v>
                </c:pt>
                <c:pt idx="1022">
                  <c:v>42796</c:v>
                </c:pt>
                <c:pt idx="1023">
                  <c:v>42797</c:v>
                </c:pt>
                <c:pt idx="1024">
                  <c:v>42800</c:v>
                </c:pt>
                <c:pt idx="1025">
                  <c:v>42801</c:v>
                </c:pt>
                <c:pt idx="1026">
                  <c:v>42802</c:v>
                </c:pt>
                <c:pt idx="1027">
                  <c:v>42803</c:v>
                </c:pt>
                <c:pt idx="1028">
                  <c:v>42804</c:v>
                </c:pt>
                <c:pt idx="1029">
                  <c:v>42807</c:v>
                </c:pt>
                <c:pt idx="1030">
                  <c:v>42808</c:v>
                </c:pt>
                <c:pt idx="1031">
                  <c:v>42809</c:v>
                </c:pt>
                <c:pt idx="1032">
                  <c:v>42810</c:v>
                </c:pt>
                <c:pt idx="1033">
                  <c:v>42811</c:v>
                </c:pt>
                <c:pt idx="1034">
                  <c:v>42814</c:v>
                </c:pt>
                <c:pt idx="1035">
                  <c:v>42815</c:v>
                </c:pt>
                <c:pt idx="1036">
                  <c:v>42816</c:v>
                </c:pt>
                <c:pt idx="1037">
                  <c:v>42817</c:v>
                </c:pt>
                <c:pt idx="1038">
                  <c:v>42818</c:v>
                </c:pt>
                <c:pt idx="1039">
                  <c:v>42821</c:v>
                </c:pt>
                <c:pt idx="1040">
                  <c:v>42822</c:v>
                </c:pt>
                <c:pt idx="1041">
                  <c:v>42823</c:v>
                </c:pt>
                <c:pt idx="1042">
                  <c:v>42824</c:v>
                </c:pt>
                <c:pt idx="1043">
                  <c:v>42825</c:v>
                </c:pt>
                <c:pt idx="1044">
                  <c:v>42828</c:v>
                </c:pt>
                <c:pt idx="1045">
                  <c:v>42829</c:v>
                </c:pt>
                <c:pt idx="1046">
                  <c:v>42830</c:v>
                </c:pt>
                <c:pt idx="1047">
                  <c:v>42831</c:v>
                </c:pt>
                <c:pt idx="1048">
                  <c:v>42832</c:v>
                </c:pt>
                <c:pt idx="1049">
                  <c:v>42835</c:v>
                </c:pt>
                <c:pt idx="1050">
                  <c:v>42836</c:v>
                </c:pt>
                <c:pt idx="1051">
                  <c:v>42837</c:v>
                </c:pt>
                <c:pt idx="1052">
                  <c:v>42838</c:v>
                </c:pt>
                <c:pt idx="1053">
                  <c:v>42842</c:v>
                </c:pt>
                <c:pt idx="1054">
                  <c:v>42843</c:v>
                </c:pt>
                <c:pt idx="1055">
                  <c:v>42844</c:v>
                </c:pt>
                <c:pt idx="1056">
                  <c:v>42845</c:v>
                </c:pt>
                <c:pt idx="1057">
                  <c:v>42846</c:v>
                </c:pt>
                <c:pt idx="1058">
                  <c:v>42849</c:v>
                </c:pt>
                <c:pt idx="1059">
                  <c:v>42850</c:v>
                </c:pt>
                <c:pt idx="1060">
                  <c:v>42851</c:v>
                </c:pt>
                <c:pt idx="1061">
                  <c:v>42852</c:v>
                </c:pt>
                <c:pt idx="1062">
                  <c:v>42853</c:v>
                </c:pt>
                <c:pt idx="1063">
                  <c:v>42856</c:v>
                </c:pt>
                <c:pt idx="1064">
                  <c:v>42857</c:v>
                </c:pt>
                <c:pt idx="1065">
                  <c:v>42858</c:v>
                </c:pt>
                <c:pt idx="1066">
                  <c:v>42859</c:v>
                </c:pt>
                <c:pt idx="1067">
                  <c:v>42860</c:v>
                </c:pt>
                <c:pt idx="1068">
                  <c:v>42863</c:v>
                </c:pt>
                <c:pt idx="1069">
                  <c:v>42864</c:v>
                </c:pt>
                <c:pt idx="1070">
                  <c:v>42865</c:v>
                </c:pt>
                <c:pt idx="1071">
                  <c:v>42866</c:v>
                </c:pt>
                <c:pt idx="1072">
                  <c:v>42867</c:v>
                </c:pt>
                <c:pt idx="1073">
                  <c:v>42870</c:v>
                </c:pt>
                <c:pt idx="1074">
                  <c:v>42871</c:v>
                </c:pt>
                <c:pt idx="1075">
                  <c:v>42872</c:v>
                </c:pt>
                <c:pt idx="1076">
                  <c:v>42873</c:v>
                </c:pt>
                <c:pt idx="1077">
                  <c:v>42874</c:v>
                </c:pt>
                <c:pt idx="1078">
                  <c:v>42877</c:v>
                </c:pt>
                <c:pt idx="1079">
                  <c:v>42878</c:v>
                </c:pt>
                <c:pt idx="1080">
                  <c:v>42879</c:v>
                </c:pt>
                <c:pt idx="1081">
                  <c:v>42880</c:v>
                </c:pt>
                <c:pt idx="1082">
                  <c:v>42881</c:v>
                </c:pt>
                <c:pt idx="1083">
                  <c:v>42885</c:v>
                </c:pt>
                <c:pt idx="1084">
                  <c:v>42886</c:v>
                </c:pt>
                <c:pt idx="1085">
                  <c:v>42887</c:v>
                </c:pt>
                <c:pt idx="1086">
                  <c:v>42888</c:v>
                </c:pt>
                <c:pt idx="1087">
                  <c:v>42891</c:v>
                </c:pt>
                <c:pt idx="1088">
                  <c:v>42892</c:v>
                </c:pt>
                <c:pt idx="1089">
                  <c:v>42893</c:v>
                </c:pt>
                <c:pt idx="1090">
                  <c:v>42894</c:v>
                </c:pt>
                <c:pt idx="1091">
                  <c:v>42895</c:v>
                </c:pt>
                <c:pt idx="1092">
                  <c:v>42898</c:v>
                </c:pt>
                <c:pt idx="1093">
                  <c:v>42899</c:v>
                </c:pt>
                <c:pt idx="1094">
                  <c:v>42900</c:v>
                </c:pt>
                <c:pt idx="1095">
                  <c:v>42901</c:v>
                </c:pt>
                <c:pt idx="1096">
                  <c:v>42902</c:v>
                </c:pt>
                <c:pt idx="1097">
                  <c:v>42905</c:v>
                </c:pt>
                <c:pt idx="1098">
                  <c:v>42906</c:v>
                </c:pt>
                <c:pt idx="1099">
                  <c:v>42907</c:v>
                </c:pt>
                <c:pt idx="1100">
                  <c:v>42908</c:v>
                </c:pt>
                <c:pt idx="1101">
                  <c:v>42909</c:v>
                </c:pt>
                <c:pt idx="1102">
                  <c:v>42912</c:v>
                </c:pt>
                <c:pt idx="1103">
                  <c:v>42913</c:v>
                </c:pt>
                <c:pt idx="1104">
                  <c:v>42914</c:v>
                </c:pt>
                <c:pt idx="1105">
                  <c:v>42915</c:v>
                </c:pt>
                <c:pt idx="1106">
                  <c:v>42916</c:v>
                </c:pt>
                <c:pt idx="1107">
                  <c:v>42919</c:v>
                </c:pt>
                <c:pt idx="1108">
                  <c:v>42921</c:v>
                </c:pt>
                <c:pt idx="1109">
                  <c:v>42922</c:v>
                </c:pt>
                <c:pt idx="1110">
                  <c:v>42923</c:v>
                </c:pt>
                <c:pt idx="1111">
                  <c:v>42926</c:v>
                </c:pt>
                <c:pt idx="1112">
                  <c:v>42927</c:v>
                </c:pt>
                <c:pt idx="1113">
                  <c:v>42928</c:v>
                </c:pt>
                <c:pt idx="1114">
                  <c:v>42929</c:v>
                </c:pt>
                <c:pt idx="1115">
                  <c:v>42930</c:v>
                </c:pt>
                <c:pt idx="1116">
                  <c:v>42933</c:v>
                </c:pt>
                <c:pt idx="1117">
                  <c:v>42934</c:v>
                </c:pt>
                <c:pt idx="1118">
                  <c:v>42935</c:v>
                </c:pt>
                <c:pt idx="1119">
                  <c:v>42936</c:v>
                </c:pt>
                <c:pt idx="1120">
                  <c:v>42937</c:v>
                </c:pt>
                <c:pt idx="1121">
                  <c:v>42940</c:v>
                </c:pt>
                <c:pt idx="1122">
                  <c:v>42941</c:v>
                </c:pt>
                <c:pt idx="1123">
                  <c:v>42942</c:v>
                </c:pt>
                <c:pt idx="1124">
                  <c:v>42943</c:v>
                </c:pt>
                <c:pt idx="1125">
                  <c:v>42944</c:v>
                </c:pt>
                <c:pt idx="1126">
                  <c:v>42947</c:v>
                </c:pt>
                <c:pt idx="1127">
                  <c:v>42948</c:v>
                </c:pt>
                <c:pt idx="1128">
                  <c:v>42949</c:v>
                </c:pt>
                <c:pt idx="1129">
                  <c:v>42950</c:v>
                </c:pt>
                <c:pt idx="1130">
                  <c:v>42951</c:v>
                </c:pt>
                <c:pt idx="1131">
                  <c:v>42954</c:v>
                </c:pt>
                <c:pt idx="1132">
                  <c:v>42955</c:v>
                </c:pt>
                <c:pt idx="1133">
                  <c:v>42956</c:v>
                </c:pt>
                <c:pt idx="1134">
                  <c:v>42957</c:v>
                </c:pt>
                <c:pt idx="1135">
                  <c:v>42958</c:v>
                </c:pt>
                <c:pt idx="1136">
                  <c:v>42961</c:v>
                </c:pt>
                <c:pt idx="1137">
                  <c:v>42962</c:v>
                </c:pt>
                <c:pt idx="1138">
                  <c:v>42963</c:v>
                </c:pt>
                <c:pt idx="1139">
                  <c:v>42964</c:v>
                </c:pt>
                <c:pt idx="1140">
                  <c:v>42965</c:v>
                </c:pt>
                <c:pt idx="1141">
                  <c:v>42968</c:v>
                </c:pt>
                <c:pt idx="1142">
                  <c:v>42969</c:v>
                </c:pt>
                <c:pt idx="1143">
                  <c:v>42970</c:v>
                </c:pt>
                <c:pt idx="1144">
                  <c:v>42971</c:v>
                </c:pt>
                <c:pt idx="1145">
                  <c:v>42972</c:v>
                </c:pt>
                <c:pt idx="1146">
                  <c:v>42975</c:v>
                </c:pt>
                <c:pt idx="1147">
                  <c:v>42976</c:v>
                </c:pt>
                <c:pt idx="1148">
                  <c:v>42977</c:v>
                </c:pt>
                <c:pt idx="1149">
                  <c:v>42978</c:v>
                </c:pt>
                <c:pt idx="1150">
                  <c:v>42979</c:v>
                </c:pt>
                <c:pt idx="1151">
                  <c:v>42983</c:v>
                </c:pt>
                <c:pt idx="1152">
                  <c:v>42984</c:v>
                </c:pt>
                <c:pt idx="1153">
                  <c:v>42985</c:v>
                </c:pt>
                <c:pt idx="1154">
                  <c:v>42986</c:v>
                </c:pt>
                <c:pt idx="1155">
                  <c:v>42989</c:v>
                </c:pt>
                <c:pt idx="1156">
                  <c:v>42990</c:v>
                </c:pt>
                <c:pt idx="1157">
                  <c:v>42991</c:v>
                </c:pt>
                <c:pt idx="1158">
                  <c:v>42992</c:v>
                </c:pt>
                <c:pt idx="1159">
                  <c:v>42993</c:v>
                </c:pt>
                <c:pt idx="1160">
                  <c:v>42996</c:v>
                </c:pt>
                <c:pt idx="1161">
                  <c:v>42997</c:v>
                </c:pt>
                <c:pt idx="1162">
                  <c:v>42998</c:v>
                </c:pt>
                <c:pt idx="1163">
                  <c:v>42999</c:v>
                </c:pt>
                <c:pt idx="1164">
                  <c:v>43000</c:v>
                </c:pt>
                <c:pt idx="1165">
                  <c:v>43003</c:v>
                </c:pt>
                <c:pt idx="1166">
                  <c:v>43004</c:v>
                </c:pt>
                <c:pt idx="1167">
                  <c:v>43005</c:v>
                </c:pt>
                <c:pt idx="1168">
                  <c:v>43006</c:v>
                </c:pt>
                <c:pt idx="1169">
                  <c:v>43007</c:v>
                </c:pt>
                <c:pt idx="1170">
                  <c:v>43010</c:v>
                </c:pt>
                <c:pt idx="1171">
                  <c:v>43011</c:v>
                </c:pt>
                <c:pt idx="1172">
                  <c:v>43012</c:v>
                </c:pt>
                <c:pt idx="1173">
                  <c:v>43013</c:v>
                </c:pt>
                <c:pt idx="1174">
                  <c:v>43014</c:v>
                </c:pt>
                <c:pt idx="1175">
                  <c:v>43017</c:v>
                </c:pt>
                <c:pt idx="1176">
                  <c:v>43018</c:v>
                </c:pt>
                <c:pt idx="1177">
                  <c:v>43019</c:v>
                </c:pt>
                <c:pt idx="1178">
                  <c:v>43020</c:v>
                </c:pt>
                <c:pt idx="1179">
                  <c:v>43021</c:v>
                </c:pt>
                <c:pt idx="1180">
                  <c:v>43024</c:v>
                </c:pt>
                <c:pt idx="1181">
                  <c:v>43025</c:v>
                </c:pt>
                <c:pt idx="1182">
                  <c:v>43026</c:v>
                </c:pt>
                <c:pt idx="1183">
                  <c:v>43027</c:v>
                </c:pt>
                <c:pt idx="1184">
                  <c:v>43028</c:v>
                </c:pt>
                <c:pt idx="1185">
                  <c:v>43031</c:v>
                </c:pt>
                <c:pt idx="1186">
                  <c:v>43032</c:v>
                </c:pt>
                <c:pt idx="1187">
                  <c:v>43033</c:v>
                </c:pt>
                <c:pt idx="1188">
                  <c:v>43034</c:v>
                </c:pt>
                <c:pt idx="1189">
                  <c:v>43035</c:v>
                </c:pt>
                <c:pt idx="1190">
                  <c:v>43038</c:v>
                </c:pt>
                <c:pt idx="1191">
                  <c:v>43039</c:v>
                </c:pt>
                <c:pt idx="1192">
                  <c:v>43040</c:v>
                </c:pt>
                <c:pt idx="1193">
                  <c:v>43041</c:v>
                </c:pt>
                <c:pt idx="1194">
                  <c:v>43042</c:v>
                </c:pt>
                <c:pt idx="1195">
                  <c:v>43045</c:v>
                </c:pt>
                <c:pt idx="1196">
                  <c:v>43046</c:v>
                </c:pt>
                <c:pt idx="1197">
                  <c:v>43047</c:v>
                </c:pt>
                <c:pt idx="1198">
                  <c:v>43048</c:v>
                </c:pt>
                <c:pt idx="1199">
                  <c:v>43049</c:v>
                </c:pt>
                <c:pt idx="1200">
                  <c:v>43052</c:v>
                </c:pt>
                <c:pt idx="1201">
                  <c:v>43053</c:v>
                </c:pt>
                <c:pt idx="1202">
                  <c:v>43054</c:v>
                </c:pt>
                <c:pt idx="1203">
                  <c:v>43055</c:v>
                </c:pt>
                <c:pt idx="1204">
                  <c:v>43056</c:v>
                </c:pt>
                <c:pt idx="1205">
                  <c:v>43059</c:v>
                </c:pt>
                <c:pt idx="1206">
                  <c:v>43060</c:v>
                </c:pt>
                <c:pt idx="1207">
                  <c:v>43061</c:v>
                </c:pt>
                <c:pt idx="1208">
                  <c:v>43063</c:v>
                </c:pt>
                <c:pt idx="1209">
                  <c:v>43066</c:v>
                </c:pt>
                <c:pt idx="1210">
                  <c:v>43067</c:v>
                </c:pt>
                <c:pt idx="1211">
                  <c:v>43068</c:v>
                </c:pt>
                <c:pt idx="1212">
                  <c:v>43069</c:v>
                </c:pt>
                <c:pt idx="1213">
                  <c:v>43070</c:v>
                </c:pt>
                <c:pt idx="1214">
                  <c:v>43073</c:v>
                </c:pt>
                <c:pt idx="1215">
                  <c:v>43074</c:v>
                </c:pt>
                <c:pt idx="1216">
                  <c:v>43075</c:v>
                </c:pt>
                <c:pt idx="1217">
                  <c:v>43076</c:v>
                </c:pt>
                <c:pt idx="1218">
                  <c:v>43077</c:v>
                </c:pt>
                <c:pt idx="1219">
                  <c:v>43080</c:v>
                </c:pt>
                <c:pt idx="1220">
                  <c:v>43081</c:v>
                </c:pt>
                <c:pt idx="1221">
                  <c:v>43082</c:v>
                </c:pt>
                <c:pt idx="1222">
                  <c:v>43083</c:v>
                </c:pt>
                <c:pt idx="1223">
                  <c:v>43084</c:v>
                </c:pt>
                <c:pt idx="1224">
                  <c:v>43087</c:v>
                </c:pt>
                <c:pt idx="1225">
                  <c:v>43088</c:v>
                </c:pt>
                <c:pt idx="1226">
                  <c:v>43089</c:v>
                </c:pt>
                <c:pt idx="1227">
                  <c:v>43090</c:v>
                </c:pt>
                <c:pt idx="1228">
                  <c:v>43091</c:v>
                </c:pt>
                <c:pt idx="1229">
                  <c:v>43095</c:v>
                </c:pt>
                <c:pt idx="1230">
                  <c:v>43096</c:v>
                </c:pt>
                <c:pt idx="1231">
                  <c:v>43097</c:v>
                </c:pt>
                <c:pt idx="1232">
                  <c:v>43098</c:v>
                </c:pt>
                <c:pt idx="1233">
                  <c:v>43102</c:v>
                </c:pt>
                <c:pt idx="1234">
                  <c:v>43103</c:v>
                </c:pt>
                <c:pt idx="1235">
                  <c:v>43104</c:v>
                </c:pt>
                <c:pt idx="1236">
                  <c:v>43105</c:v>
                </c:pt>
                <c:pt idx="1237">
                  <c:v>43108</c:v>
                </c:pt>
                <c:pt idx="1238">
                  <c:v>43109</c:v>
                </c:pt>
                <c:pt idx="1239">
                  <c:v>43110</c:v>
                </c:pt>
                <c:pt idx="1240">
                  <c:v>43111</c:v>
                </c:pt>
                <c:pt idx="1241">
                  <c:v>43112</c:v>
                </c:pt>
                <c:pt idx="1242">
                  <c:v>43116</c:v>
                </c:pt>
                <c:pt idx="1243">
                  <c:v>43117</c:v>
                </c:pt>
                <c:pt idx="1244">
                  <c:v>43118</c:v>
                </c:pt>
                <c:pt idx="1245">
                  <c:v>43119</c:v>
                </c:pt>
                <c:pt idx="1246">
                  <c:v>43122</c:v>
                </c:pt>
                <c:pt idx="1247">
                  <c:v>43123</c:v>
                </c:pt>
                <c:pt idx="1248">
                  <c:v>43124</c:v>
                </c:pt>
                <c:pt idx="1249">
                  <c:v>43125</c:v>
                </c:pt>
                <c:pt idx="1250">
                  <c:v>43126</c:v>
                </c:pt>
                <c:pt idx="1251">
                  <c:v>43129</c:v>
                </c:pt>
                <c:pt idx="1252">
                  <c:v>43130</c:v>
                </c:pt>
                <c:pt idx="1253">
                  <c:v>43131</c:v>
                </c:pt>
                <c:pt idx="1254">
                  <c:v>43132</c:v>
                </c:pt>
                <c:pt idx="1255">
                  <c:v>43133</c:v>
                </c:pt>
                <c:pt idx="1256">
                  <c:v>43136</c:v>
                </c:pt>
                <c:pt idx="1257">
                  <c:v>43137</c:v>
                </c:pt>
                <c:pt idx="1258">
                  <c:v>43138</c:v>
                </c:pt>
              </c:numCache>
            </c:numRef>
          </c:cat>
          <c:val>
            <c:numRef>
              <c:f>Returns!$C$2:$C$1260</c:f>
              <c:numCache>
                <c:formatCode>General</c:formatCode>
                <c:ptCount val="1259"/>
                <c:pt idx="0">
                  <c:v>0</c:v>
                </c:pt>
                <c:pt idx="1">
                  <c:v>8.8805546538595001E-3</c:v>
                </c:pt>
                <c:pt idx="2">
                  <c:v>1.0596800351689801E-2</c:v>
                </c:pt>
                <c:pt idx="3">
                  <c:v>7.89906628753511E-3</c:v>
                </c:pt>
                <c:pt idx="4">
                  <c:v>9.3743974483197993E-3</c:v>
                </c:pt>
                <c:pt idx="5">
                  <c:v>1.43609893695673E-2</c:v>
                </c:pt>
                <c:pt idx="6">
                  <c:v>1.9724395996243399E-2</c:v>
                </c:pt>
                <c:pt idx="7">
                  <c:v>3.28133467871023E-2</c:v>
                </c:pt>
                <c:pt idx="8">
                  <c:v>1.6905364565904E-2</c:v>
                </c:pt>
                <c:pt idx="9">
                  <c:v>2.0205516569459899E-2</c:v>
                </c:pt>
                <c:pt idx="10">
                  <c:v>2.8816764383312599E-2</c:v>
                </c:pt>
                <c:pt idx="11">
                  <c:v>1.53951905243805E-2</c:v>
                </c:pt>
                <c:pt idx="12">
                  <c:v>1.6771088183298501E-2</c:v>
                </c:pt>
                <c:pt idx="13">
                  <c:v>2.9299946947163501E-2</c:v>
                </c:pt>
                <c:pt idx="14">
                  <c:v>2.83256954897366E-2</c:v>
                </c:pt>
                <c:pt idx="15">
                  <c:v>3.9192475123019002E-2</c:v>
                </c:pt>
                <c:pt idx="16">
                  <c:v>6.4098065028885098E-2</c:v>
                </c:pt>
                <c:pt idx="17">
                  <c:v>6.25510953441763E-2</c:v>
                </c:pt>
                <c:pt idx="18">
                  <c:v>5.8213659056080599E-2</c:v>
                </c:pt>
                <c:pt idx="19">
                  <c:v>6.1102905914416097E-2</c:v>
                </c:pt>
                <c:pt idx="20">
                  <c:v>5.5444295048394598E-2</c:v>
                </c:pt>
                <c:pt idx="21">
                  <c:v>5.2533832286671502E-2</c:v>
                </c:pt>
                <c:pt idx="22">
                  <c:v>5.36183408562853E-2</c:v>
                </c:pt>
                <c:pt idx="23">
                  <c:v>5.3964054178738001E-2</c:v>
                </c:pt>
                <c:pt idx="24">
                  <c:v>5.4806777484445797E-2</c:v>
                </c:pt>
                <c:pt idx="25">
                  <c:v>4.8992726534909901E-2</c:v>
                </c:pt>
                <c:pt idx="26">
                  <c:v>5.7703478709204101E-2</c:v>
                </c:pt>
                <c:pt idx="27">
                  <c:v>6.3971864158616401E-2</c:v>
                </c:pt>
                <c:pt idx="28">
                  <c:v>6.1937188442727303E-2</c:v>
                </c:pt>
                <c:pt idx="29">
                  <c:v>6.1157811106760301E-2</c:v>
                </c:pt>
                <c:pt idx="30">
                  <c:v>7.7742323292338406E-2</c:v>
                </c:pt>
                <c:pt idx="31">
                  <c:v>6.8203550769866395E-2</c:v>
                </c:pt>
                <c:pt idx="32">
                  <c:v>7.2712239748316199E-2</c:v>
                </c:pt>
                <c:pt idx="33">
                  <c:v>7.1163981404470805E-2</c:v>
                </c:pt>
                <c:pt idx="34">
                  <c:v>7.65861529015672E-2</c:v>
                </c:pt>
                <c:pt idx="35">
                  <c:v>8.0704021886344596E-2</c:v>
                </c:pt>
                <c:pt idx="36">
                  <c:v>7.4462197759073506E-2</c:v>
                </c:pt>
                <c:pt idx="37">
                  <c:v>5.2434043696778697E-2</c:v>
                </c:pt>
                <c:pt idx="38">
                  <c:v>5.3176221070419402E-2</c:v>
                </c:pt>
                <c:pt idx="39">
                  <c:v>6.4290829768988506E-2</c:v>
                </c:pt>
                <c:pt idx="40">
                  <c:v>7.3986320523066598E-2</c:v>
                </c:pt>
                <c:pt idx="41">
                  <c:v>8.4608694357695496E-2</c:v>
                </c:pt>
                <c:pt idx="42">
                  <c:v>8.0517908299380894E-2</c:v>
                </c:pt>
                <c:pt idx="43">
                  <c:v>6.4071242628477895E-2</c:v>
                </c:pt>
                <c:pt idx="44">
                  <c:v>5.9725759492698302E-2</c:v>
                </c:pt>
                <c:pt idx="45">
                  <c:v>5.6596981154034498E-2</c:v>
                </c:pt>
                <c:pt idx="46">
                  <c:v>5.5791581334739798E-2</c:v>
                </c:pt>
                <c:pt idx="47">
                  <c:v>5.6440946824984899E-2</c:v>
                </c:pt>
                <c:pt idx="48">
                  <c:v>7.3018276207381397E-2</c:v>
                </c:pt>
                <c:pt idx="49">
                  <c:v>8.9000055054178906E-2</c:v>
                </c:pt>
                <c:pt idx="50">
                  <c:v>0.101212605120839</c:v>
                </c:pt>
                <c:pt idx="51">
                  <c:v>0.106231796025869</c:v>
                </c:pt>
                <c:pt idx="52">
                  <c:v>0.114976848232741</c:v>
                </c:pt>
                <c:pt idx="53">
                  <c:v>0.11241441972454901</c:v>
                </c:pt>
                <c:pt idx="54">
                  <c:v>0.112305632746446</c:v>
                </c:pt>
                <c:pt idx="55">
                  <c:v>0.117219771221965</c:v>
                </c:pt>
                <c:pt idx="56">
                  <c:v>0.114366560210528</c:v>
                </c:pt>
                <c:pt idx="57">
                  <c:v>9.6004284525536193E-2</c:v>
                </c:pt>
                <c:pt idx="58">
                  <c:v>0.11878373000980701</c:v>
                </c:pt>
                <c:pt idx="59">
                  <c:v>0.124079501999493</c:v>
                </c:pt>
                <c:pt idx="60">
                  <c:v>0.132716256182558</c:v>
                </c:pt>
                <c:pt idx="61">
                  <c:v>0.132355508049007</c:v>
                </c:pt>
                <c:pt idx="62">
                  <c:v>0.120541862788378</c:v>
                </c:pt>
                <c:pt idx="63">
                  <c:v>0.112819606698492</c:v>
                </c:pt>
                <c:pt idx="64">
                  <c:v>0.10779878946751401</c:v>
                </c:pt>
                <c:pt idx="65">
                  <c:v>0.110279484997917</c:v>
                </c:pt>
                <c:pt idx="66">
                  <c:v>0.123808250252566</c:v>
                </c:pt>
                <c:pt idx="67">
                  <c:v>0.13502203796918799</c:v>
                </c:pt>
                <c:pt idx="68">
                  <c:v>0.13997993342463799</c:v>
                </c:pt>
                <c:pt idx="69">
                  <c:v>0.158267926906521</c:v>
                </c:pt>
                <c:pt idx="70">
                  <c:v>0.162923978114692</c:v>
                </c:pt>
                <c:pt idx="71">
                  <c:v>0.152718811457078</c:v>
                </c:pt>
                <c:pt idx="72">
                  <c:v>0.12814895923483</c:v>
                </c:pt>
                <c:pt idx="73">
                  <c:v>0.12552842314597201</c:v>
                </c:pt>
                <c:pt idx="74">
                  <c:v>0.150132197267837</c:v>
                </c:pt>
                <c:pt idx="75">
                  <c:v>0.14549833920625699</c:v>
                </c:pt>
                <c:pt idx="76">
                  <c:v>0.14216416036367199</c:v>
                </c:pt>
                <c:pt idx="77">
                  <c:v>0.14167096701513199</c:v>
                </c:pt>
                <c:pt idx="78">
                  <c:v>0.138385845819988</c:v>
                </c:pt>
                <c:pt idx="79">
                  <c:v>0.14659828486375601</c:v>
                </c:pt>
                <c:pt idx="80">
                  <c:v>0.126543084009625</c:v>
                </c:pt>
                <c:pt idx="81">
                  <c:v>0.126558059642327</c:v>
                </c:pt>
                <c:pt idx="82">
                  <c:v>0.145307977074323</c:v>
                </c:pt>
                <c:pt idx="83">
                  <c:v>0.15274188396180799</c:v>
                </c:pt>
                <c:pt idx="84">
                  <c:v>0.13708961428406299</c:v>
                </c:pt>
                <c:pt idx="85">
                  <c:v>0.141156271408271</c:v>
                </c:pt>
                <c:pt idx="86">
                  <c:v>0.127552276335611</c:v>
                </c:pt>
                <c:pt idx="87">
                  <c:v>0.13056484684126499</c:v>
                </c:pt>
                <c:pt idx="88">
                  <c:v>0.136576924293283</c:v>
                </c:pt>
                <c:pt idx="89">
                  <c:v>0.13412393431359301</c:v>
                </c:pt>
                <c:pt idx="90">
                  <c:v>0.13888659324788</c:v>
                </c:pt>
                <c:pt idx="91">
                  <c:v>0.11365049938274401</c:v>
                </c:pt>
                <c:pt idx="92">
                  <c:v>9.3409561196941604E-2</c:v>
                </c:pt>
                <c:pt idx="93">
                  <c:v>7.4396045148481305E-2</c:v>
                </c:pt>
                <c:pt idx="94">
                  <c:v>9.6265750928715005E-2</c:v>
                </c:pt>
                <c:pt idx="95">
                  <c:v>0.101512068563888</c:v>
                </c:pt>
                <c:pt idx="96">
                  <c:v>0.115365924132783</c:v>
                </c:pt>
                <c:pt idx="97">
                  <c:v>0.104262294313654</c:v>
                </c:pt>
                <c:pt idx="98">
                  <c:v>0.108759361231374</c:v>
                </c:pt>
                <c:pt idx="99">
                  <c:v>0.101508314972173</c:v>
                </c:pt>
                <c:pt idx="100">
                  <c:v>8.6189316919917394E-2</c:v>
                </c:pt>
                <c:pt idx="101">
                  <c:v>8.9957733972866494E-2</c:v>
                </c:pt>
                <c:pt idx="102">
                  <c:v>9.3426834541371503E-2</c:v>
                </c:pt>
                <c:pt idx="103">
                  <c:v>0.103366423665938</c:v>
                </c:pt>
                <c:pt idx="104">
                  <c:v>0.105596884108643</c:v>
                </c:pt>
                <c:pt idx="105">
                  <c:v>0.11679897455977201</c:v>
                </c:pt>
                <c:pt idx="106">
                  <c:v>0.12754322852567401</c:v>
                </c:pt>
                <c:pt idx="107">
                  <c:v>0.14123614934627199</c:v>
                </c:pt>
                <c:pt idx="108">
                  <c:v>0.14142625055237901</c:v>
                </c:pt>
                <c:pt idx="109">
                  <c:v>0.13830979739301399</c:v>
                </c:pt>
                <c:pt idx="110">
                  <c:v>0.138224086324818</c:v>
                </c:pt>
                <c:pt idx="111">
                  <c:v>0.109915285304982</c:v>
                </c:pt>
                <c:pt idx="112">
                  <c:v>0.10628819352994499</c:v>
                </c:pt>
                <c:pt idx="113">
                  <c:v>0.108949206427587</c:v>
                </c:pt>
                <c:pt idx="114">
                  <c:v>0.119525911431035</c:v>
                </c:pt>
                <c:pt idx="115">
                  <c:v>0.102404317551124</c:v>
                </c:pt>
                <c:pt idx="116">
                  <c:v>0.104154909394936</c:v>
                </c:pt>
                <c:pt idx="117">
                  <c:v>0.108630708952419</c:v>
                </c:pt>
                <c:pt idx="118">
                  <c:v>0.115250769791522</c:v>
                </c:pt>
                <c:pt idx="119">
                  <c:v>0.117945186094537</c:v>
                </c:pt>
                <c:pt idx="120">
                  <c:v>0.118440084799942</c:v>
                </c:pt>
                <c:pt idx="121">
                  <c:v>0.115211321033695</c:v>
                </c:pt>
                <c:pt idx="122">
                  <c:v>0.112105976212133</c:v>
                </c:pt>
                <c:pt idx="123">
                  <c:v>0.10604676453744601</c:v>
                </c:pt>
                <c:pt idx="124">
                  <c:v>0.10592194312764799</c:v>
                </c:pt>
                <c:pt idx="125">
                  <c:v>0.117633872061311</c:v>
                </c:pt>
                <c:pt idx="126">
                  <c:v>0.123682256818323</c:v>
                </c:pt>
                <c:pt idx="127">
                  <c:v>0.11454682442212</c:v>
                </c:pt>
                <c:pt idx="128">
                  <c:v>0.116679771534444</c:v>
                </c:pt>
                <c:pt idx="129">
                  <c:v>0.11427710803886</c:v>
                </c:pt>
                <c:pt idx="130">
                  <c:v>0.1015688290423</c:v>
                </c:pt>
                <c:pt idx="131">
                  <c:v>8.1714499109546201E-2</c:v>
                </c:pt>
                <c:pt idx="132">
                  <c:v>7.3357298088458894E-2</c:v>
                </c:pt>
                <c:pt idx="133">
                  <c:v>7.0185017577867298E-2</c:v>
                </c:pt>
                <c:pt idx="134">
                  <c:v>7.5980226721392E-2</c:v>
                </c:pt>
                <c:pt idx="135">
                  <c:v>8.2869323488480001E-2</c:v>
                </c:pt>
                <c:pt idx="136">
                  <c:v>0.124428904096298</c:v>
                </c:pt>
                <c:pt idx="137">
                  <c:v>0.12092175899341399</c:v>
                </c:pt>
                <c:pt idx="138">
                  <c:v>0.10196633128032</c:v>
                </c:pt>
                <c:pt idx="139">
                  <c:v>0.10053787565648201</c:v>
                </c:pt>
                <c:pt idx="140">
                  <c:v>9.9331786710874698E-2</c:v>
                </c:pt>
                <c:pt idx="141">
                  <c:v>0.104655538889445</c:v>
                </c:pt>
                <c:pt idx="142">
                  <c:v>9.5029128685959002E-2</c:v>
                </c:pt>
                <c:pt idx="143">
                  <c:v>8.2139423795057398E-2</c:v>
                </c:pt>
                <c:pt idx="144">
                  <c:v>7.9924901671699397E-2</c:v>
                </c:pt>
                <c:pt idx="145">
                  <c:v>7.5610048398169205E-2</c:v>
                </c:pt>
                <c:pt idx="146">
                  <c:v>7.2181056118509598E-2</c:v>
                </c:pt>
                <c:pt idx="147">
                  <c:v>7.7398851842772606E-2</c:v>
                </c:pt>
                <c:pt idx="148">
                  <c:v>7.8949626797560193E-2</c:v>
                </c:pt>
                <c:pt idx="149">
                  <c:v>8.1898050310717105E-2</c:v>
                </c:pt>
                <c:pt idx="150">
                  <c:v>8.2617355185418795E-2</c:v>
                </c:pt>
                <c:pt idx="151">
                  <c:v>9.7263922037765502E-2</c:v>
                </c:pt>
                <c:pt idx="152">
                  <c:v>9.3369275155782402E-2</c:v>
                </c:pt>
                <c:pt idx="153">
                  <c:v>9.1385646031502094E-2</c:v>
                </c:pt>
                <c:pt idx="154">
                  <c:v>0.109639748543996</c:v>
                </c:pt>
                <c:pt idx="155">
                  <c:v>9.83203103017391E-2</c:v>
                </c:pt>
                <c:pt idx="156">
                  <c:v>8.2057590094536295E-2</c:v>
                </c:pt>
                <c:pt idx="157">
                  <c:v>8.0997990553320007E-2</c:v>
                </c:pt>
                <c:pt idx="158">
                  <c:v>8.0089920690677094E-2</c:v>
                </c:pt>
                <c:pt idx="159">
                  <c:v>7.8059730335850702E-2</c:v>
                </c:pt>
                <c:pt idx="160">
                  <c:v>8.0593627327589304E-2</c:v>
                </c:pt>
                <c:pt idx="161">
                  <c:v>7.5939149280920895E-2</c:v>
                </c:pt>
                <c:pt idx="162">
                  <c:v>7.7595012219728199E-2</c:v>
                </c:pt>
                <c:pt idx="163">
                  <c:v>7.6520415596254804E-2</c:v>
                </c:pt>
                <c:pt idx="164">
                  <c:v>8.6274393510287595E-2</c:v>
                </c:pt>
                <c:pt idx="165">
                  <c:v>8.3691098027494304E-2</c:v>
                </c:pt>
                <c:pt idx="166">
                  <c:v>8.06302793756348E-2</c:v>
                </c:pt>
                <c:pt idx="167">
                  <c:v>7.5454829583267699E-2</c:v>
                </c:pt>
                <c:pt idx="168">
                  <c:v>6.7799146137231994E-2</c:v>
                </c:pt>
                <c:pt idx="169">
                  <c:v>7.7303415419192903E-2</c:v>
                </c:pt>
                <c:pt idx="170">
                  <c:v>9.36962139643151E-2</c:v>
                </c:pt>
                <c:pt idx="171">
                  <c:v>9.9807118487514404E-2</c:v>
                </c:pt>
                <c:pt idx="172">
                  <c:v>0.11290239612806501</c:v>
                </c:pt>
                <c:pt idx="173">
                  <c:v>0.12191590330605701</c:v>
                </c:pt>
                <c:pt idx="174">
                  <c:v>0.119887341024147</c:v>
                </c:pt>
                <c:pt idx="175">
                  <c:v>0.13841241927193201</c:v>
                </c:pt>
                <c:pt idx="176">
                  <c:v>0.14331517894360801</c:v>
                </c:pt>
                <c:pt idx="177">
                  <c:v>0.142274714319851</c:v>
                </c:pt>
                <c:pt idx="178">
                  <c:v>0.14423240828923101</c:v>
                </c:pt>
                <c:pt idx="179">
                  <c:v>0.13804770124038099</c:v>
                </c:pt>
                <c:pt idx="180">
                  <c:v>0.14511097257141101</c:v>
                </c:pt>
                <c:pt idx="181">
                  <c:v>0.15224531555818199</c:v>
                </c:pt>
                <c:pt idx="182">
                  <c:v>0.16115059778158899</c:v>
                </c:pt>
                <c:pt idx="183">
                  <c:v>0.16404146607592601</c:v>
                </c:pt>
                <c:pt idx="184">
                  <c:v>0.16583355260751101</c:v>
                </c:pt>
                <c:pt idx="185">
                  <c:v>0.161327253442096</c:v>
                </c:pt>
                <c:pt idx="186">
                  <c:v>0.16150480771151501</c:v>
                </c:pt>
                <c:pt idx="187">
                  <c:v>0.16153736609230801</c:v>
                </c:pt>
                <c:pt idx="188">
                  <c:v>0.17582299426499601</c:v>
                </c:pt>
                <c:pt idx="189">
                  <c:v>0.189322495267125</c:v>
                </c:pt>
                <c:pt idx="190">
                  <c:v>0.176776881579919</c:v>
                </c:pt>
                <c:pt idx="191">
                  <c:v>0.18263689071012701</c:v>
                </c:pt>
                <c:pt idx="192">
                  <c:v>0.180637380843124</c:v>
                </c:pt>
                <c:pt idx="193">
                  <c:v>0.17927217255481201</c:v>
                </c:pt>
                <c:pt idx="194">
                  <c:v>0.199011852608214</c:v>
                </c:pt>
                <c:pt idx="195">
                  <c:v>0.212311910450041</c:v>
                </c:pt>
                <c:pt idx="196">
                  <c:v>0.20897218020894801</c:v>
                </c:pt>
                <c:pt idx="197">
                  <c:v>0.19700139274981801</c:v>
                </c:pt>
                <c:pt idx="198">
                  <c:v>0.20063445627825</c:v>
                </c:pt>
                <c:pt idx="199">
                  <c:v>0.19803869326068199</c:v>
                </c:pt>
                <c:pt idx="200">
                  <c:v>0.206012045724599</c:v>
                </c:pt>
                <c:pt idx="201">
                  <c:v>0.21498667018171599</c:v>
                </c:pt>
                <c:pt idx="202">
                  <c:v>0.21263046634191299</c:v>
                </c:pt>
                <c:pt idx="203">
                  <c:v>0.20530470746117099</c:v>
                </c:pt>
                <c:pt idx="204">
                  <c:v>0.21605489197298899</c:v>
                </c:pt>
                <c:pt idx="205">
                  <c:v>0.21736659302300099</c:v>
                </c:pt>
                <c:pt idx="206">
                  <c:v>0.221779389203867</c:v>
                </c:pt>
                <c:pt idx="207">
                  <c:v>0.211658043569636</c:v>
                </c:pt>
                <c:pt idx="208">
                  <c:v>0.21646993684270399</c:v>
                </c:pt>
                <c:pt idx="209">
                  <c:v>0.213868218101159</c:v>
                </c:pt>
                <c:pt idx="210">
                  <c:v>0.22640775051558101</c:v>
                </c:pt>
                <c:pt idx="211">
                  <c:v>0.21722180763302401</c:v>
                </c:pt>
                <c:pt idx="212">
                  <c:v>0.21711650253971701</c:v>
                </c:pt>
                <c:pt idx="213">
                  <c:v>0.20819639463067099</c:v>
                </c:pt>
                <c:pt idx="214">
                  <c:v>0.200364162181873</c:v>
                </c:pt>
                <c:pt idx="215">
                  <c:v>0.19115103220011001</c:v>
                </c:pt>
                <c:pt idx="216">
                  <c:v>0.196420174839018</c:v>
                </c:pt>
                <c:pt idx="217">
                  <c:v>0.189610050860131</c:v>
                </c:pt>
                <c:pt idx="218">
                  <c:v>0.19750599450582401</c:v>
                </c:pt>
                <c:pt idx="219">
                  <c:v>0.19247278157396699</c:v>
                </c:pt>
                <c:pt idx="220">
                  <c:v>0.21368913326095701</c:v>
                </c:pt>
                <c:pt idx="221">
                  <c:v>0.209913379752068</c:v>
                </c:pt>
                <c:pt idx="222">
                  <c:v>0.218203032352938</c:v>
                </c:pt>
                <c:pt idx="223">
                  <c:v>0.226552428286144</c:v>
                </c:pt>
                <c:pt idx="224">
                  <c:v>0.21998368067535501</c:v>
                </c:pt>
                <c:pt idx="225">
                  <c:v>0.22439937875243199</c:v>
                </c:pt>
                <c:pt idx="226">
                  <c:v>0.229834988944733</c:v>
                </c:pt>
                <c:pt idx="227">
                  <c:v>0.21700794248080099</c:v>
                </c:pt>
                <c:pt idx="228">
                  <c:v>0.20680791384627401</c:v>
                </c:pt>
                <c:pt idx="229">
                  <c:v>0.209665838066249</c:v>
                </c:pt>
                <c:pt idx="230">
                  <c:v>0.214184432640245</c:v>
                </c:pt>
                <c:pt idx="231">
                  <c:v>0.211250925528255</c:v>
                </c:pt>
                <c:pt idx="232">
                  <c:v>0.21899818333127699</c:v>
                </c:pt>
                <c:pt idx="233">
                  <c:v>0.22085931199874401</c:v>
                </c:pt>
                <c:pt idx="234">
                  <c:v>0.200096352710815</c:v>
                </c:pt>
                <c:pt idx="235">
                  <c:v>0.214639200782966</c:v>
                </c:pt>
                <c:pt idx="236">
                  <c:v>0.214725457498675</c:v>
                </c:pt>
                <c:pt idx="237">
                  <c:v>0.21575161930754699</c:v>
                </c:pt>
                <c:pt idx="238">
                  <c:v>0.21459439423548901</c:v>
                </c:pt>
                <c:pt idx="239">
                  <c:v>0.21454927037341301</c:v>
                </c:pt>
                <c:pt idx="240">
                  <c:v>0.21051996491104699</c:v>
                </c:pt>
                <c:pt idx="241">
                  <c:v>0.21280262760117399</c:v>
                </c:pt>
                <c:pt idx="242">
                  <c:v>0.19783531489848499</c:v>
                </c:pt>
                <c:pt idx="243">
                  <c:v>0.195032561221575</c:v>
                </c:pt>
                <c:pt idx="244">
                  <c:v>0.193776105549573</c:v>
                </c:pt>
                <c:pt idx="245">
                  <c:v>0.20842693716456301</c:v>
                </c:pt>
                <c:pt idx="246">
                  <c:v>0.20533689723326301</c:v>
                </c:pt>
                <c:pt idx="247">
                  <c:v>0.21995272719310099</c:v>
                </c:pt>
                <c:pt idx="248">
                  <c:v>0.197707269616967</c:v>
                </c:pt>
                <c:pt idx="249">
                  <c:v>0.17931821308745999</c:v>
                </c:pt>
                <c:pt idx="250">
                  <c:v>0.180234463610909</c:v>
                </c:pt>
                <c:pt idx="251">
                  <c:v>0.19030615865553799</c:v>
                </c:pt>
                <c:pt idx="252">
                  <c:v>0.19881237548993799</c:v>
                </c:pt>
                <c:pt idx="253">
                  <c:v>0.19858502313489901</c:v>
                </c:pt>
                <c:pt idx="254">
                  <c:v>0.21442569952627599</c:v>
                </c:pt>
                <c:pt idx="255">
                  <c:v>0.20690914171222899</c:v>
                </c:pt>
                <c:pt idx="256">
                  <c:v>0.21012303701580001</c:v>
                </c:pt>
                <c:pt idx="257">
                  <c:v>0.21505404739558301</c:v>
                </c:pt>
                <c:pt idx="258">
                  <c:v>0.207485495744367</c:v>
                </c:pt>
                <c:pt idx="259">
                  <c:v>0.20611514007742601</c:v>
                </c:pt>
                <c:pt idx="260">
                  <c:v>0.21490683931419199</c:v>
                </c:pt>
                <c:pt idx="261">
                  <c:v>0.21431459846454201</c:v>
                </c:pt>
                <c:pt idx="262">
                  <c:v>0.216070429087659</c:v>
                </c:pt>
                <c:pt idx="263">
                  <c:v>0.223477652350908</c:v>
                </c:pt>
                <c:pt idx="264">
                  <c:v>0.21187607018868801</c:v>
                </c:pt>
                <c:pt idx="265">
                  <c:v>0.21205627863937901</c:v>
                </c:pt>
                <c:pt idx="266">
                  <c:v>0.210817359601013</c:v>
                </c:pt>
                <c:pt idx="267">
                  <c:v>0.219172048808811</c:v>
                </c:pt>
                <c:pt idx="268">
                  <c:v>0.22148661321622401</c:v>
                </c:pt>
                <c:pt idx="269">
                  <c:v>0.230041030092663</c:v>
                </c:pt>
                <c:pt idx="270">
                  <c:v>0.241616114960443</c:v>
                </c:pt>
                <c:pt idx="271">
                  <c:v>0.23866702153733799</c:v>
                </c:pt>
                <c:pt idx="272">
                  <c:v>0.24446495236153401</c:v>
                </c:pt>
                <c:pt idx="273">
                  <c:v>0.24386109160852201</c:v>
                </c:pt>
                <c:pt idx="274">
                  <c:v>0.26171140552015298</c:v>
                </c:pt>
                <c:pt idx="275">
                  <c:v>0.24886186665247301</c:v>
                </c:pt>
                <c:pt idx="276">
                  <c:v>0.25663410243743401</c:v>
                </c:pt>
                <c:pt idx="277">
                  <c:v>0.26163238432236802</c:v>
                </c:pt>
                <c:pt idx="278">
                  <c:v>0.27440185848678</c:v>
                </c:pt>
                <c:pt idx="279">
                  <c:v>0.25975605148141701</c:v>
                </c:pt>
                <c:pt idx="280">
                  <c:v>0.28568898126317599</c:v>
                </c:pt>
                <c:pt idx="281">
                  <c:v>0.276348017369272</c:v>
                </c:pt>
                <c:pt idx="282">
                  <c:v>0.27278521091426</c:v>
                </c:pt>
                <c:pt idx="283">
                  <c:v>0.279060148812588</c:v>
                </c:pt>
                <c:pt idx="284">
                  <c:v>0.26557489968939002</c:v>
                </c:pt>
                <c:pt idx="285">
                  <c:v>0.26286975007291202</c:v>
                </c:pt>
                <c:pt idx="286">
                  <c:v>0.27497386871009399</c:v>
                </c:pt>
                <c:pt idx="287">
                  <c:v>0.27709356626729997</c:v>
                </c:pt>
                <c:pt idx="288">
                  <c:v>0.28236362376105201</c:v>
                </c:pt>
                <c:pt idx="289">
                  <c:v>0.27798754625302702</c:v>
                </c:pt>
                <c:pt idx="290">
                  <c:v>0.28022206929917198</c:v>
                </c:pt>
                <c:pt idx="291">
                  <c:v>0.260711438036</c:v>
                </c:pt>
                <c:pt idx="292">
                  <c:v>0.25884483215867499</c:v>
                </c:pt>
                <c:pt idx="293">
                  <c:v>0.257002378135049</c:v>
                </c:pt>
                <c:pt idx="294">
                  <c:v>0.26794099922488002</c:v>
                </c:pt>
                <c:pt idx="295">
                  <c:v>0.24342002178681901</c:v>
                </c:pt>
                <c:pt idx="296">
                  <c:v>0.25197482374788399</c:v>
                </c:pt>
                <c:pt idx="297">
                  <c:v>0.25791709625474601</c:v>
                </c:pt>
                <c:pt idx="298">
                  <c:v>0.27440118270081898</c:v>
                </c:pt>
                <c:pt idx="299">
                  <c:v>0.28665840100425499</c:v>
                </c:pt>
                <c:pt idx="300">
                  <c:v>0.283966589888761</c:v>
                </c:pt>
                <c:pt idx="301">
                  <c:v>0.28639554756235802</c:v>
                </c:pt>
                <c:pt idx="302">
                  <c:v>0.28668195125184298</c:v>
                </c:pt>
                <c:pt idx="303">
                  <c:v>0.28715970455523199</c:v>
                </c:pt>
                <c:pt idx="304">
                  <c:v>0.29191499938566601</c:v>
                </c:pt>
                <c:pt idx="305">
                  <c:v>0.29639075001046</c:v>
                </c:pt>
                <c:pt idx="306">
                  <c:v>0.32139072156221998</c:v>
                </c:pt>
                <c:pt idx="307">
                  <c:v>0.306376488930104</c:v>
                </c:pt>
                <c:pt idx="308">
                  <c:v>0.29321834643134098</c:v>
                </c:pt>
                <c:pt idx="309">
                  <c:v>0.30877550975432699</c:v>
                </c:pt>
                <c:pt idx="310">
                  <c:v>0.299748768980378</c:v>
                </c:pt>
                <c:pt idx="311">
                  <c:v>0.30108947856165802</c:v>
                </c:pt>
                <c:pt idx="312">
                  <c:v>0.30303568976526501</c:v>
                </c:pt>
                <c:pt idx="313">
                  <c:v>0.31099560992511299</c:v>
                </c:pt>
                <c:pt idx="314">
                  <c:v>0.304170458022058</c:v>
                </c:pt>
                <c:pt idx="315">
                  <c:v>0.30427323158263703</c:v>
                </c:pt>
                <c:pt idx="316">
                  <c:v>0.30459404564222797</c:v>
                </c:pt>
                <c:pt idx="317">
                  <c:v>0.30567258072339598</c:v>
                </c:pt>
                <c:pt idx="318">
                  <c:v>0.30292583283670199</c:v>
                </c:pt>
                <c:pt idx="319">
                  <c:v>0.28767584434207499</c:v>
                </c:pt>
                <c:pt idx="320">
                  <c:v>0.28479080551798902</c:v>
                </c:pt>
                <c:pt idx="321">
                  <c:v>0.28349838710678199</c:v>
                </c:pt>
                <c:pt idx="322">
                  <c:v>0.28542081343321202</c:v>
                </c:pt>
                <c:pt idx="323">
                  <c:v>0.28927175138945199</c:v>
                </c:pt>
                <c:pt idx="324">
                  <c:v>0.28590866981327601</c:v>
                </c:pt>
                <c:pt idx="325">
                  <c:v>0.29094136494596501</c:v>
                </c:pt>
                <c:pt idx="326">
                  <c:v>0.29130652676610902</c:v>
                </c:pt>
                <c:pt idx="327">
                  <c:v>0.29879661109913203</c:v>
                </c:pt>
                <c:pt idx="328">
                  <c:v>0.30829307820805801</c:v>
                </c:pt>
                <c:pt idx="329">
                  <c:v>0.31712238297836498</c:v>
                </c:pt>
                <c:pt idx="330">
                  <c:v>0.310952993267964</c:v>
                </c:pt>
                <c:pt idx="331">
                  <c:v>0.30174273951231001</c:v>
                </c:pt>
                <c:pt idx="332">
                  <c:v>0.30730632759266002</c:v>
                </c:pt>
                <c:pt idx="333">
                  <c:v>0.31955202853518999</c:v>
                </c:pt>
                <c:pt idx="334">
                  <c:v>0.31505597772108301</c:v>
                </c:pt>
                <c:pt idx="335">
                  <c:v>0.31119949201587199</c:v>
                </c:pt>
                <c:pt idx="336">
                  <c:v>0.30228748738352801</c:v>
                </c:pt>
                <c:pt idx="337">
                  <c:v>0.29976064983566197</c:v>
                </c:pt>
                <c:pt idx="338">
                  <c:v>0.30424841726615598</c:v>
                </c:pt>
                <c:pt idx="339">
                  <c:v>0.30458039379743501</c:v>
                </c:pt>
                <c:pt idx="340">
                  <c:v>0.30868661486556098</c:v>
                </c:pt>
                <c:pt idx="341">
                  <c:v>0.313645133987488</c:v>
                </c:pt>
                <c:pt idx="342">
                  <c:v>0.33471107705265102</c:v>
                </c:pt>
                <c:pt idx="343">
                  <c:v>0.34424504473085099</c:v>
                </c:pt>
                <c:pt idx="344">
                  <c:v>0.34010138802170498</c:v>
                </c:pt>
                <c:pt idx="345">
                  <c:v>0.33349744119481101</c:v>
                </c:pt>
                <c:pt idx="346">
                  <c:v>0.30601728354005697</c:v>
                </c:pt>
                <c:pt idx="347">
                  <c:v>0.31403430055540299</c:v>
                </c:pt>
                <c:pt idx="348">
                  <c:v>0.30695325979688798</c:v>
                </c:pt>
                <c:pt idx="349">
                  <c:v>0.30733770310853098</c:v>
                </c:pt>
                <c:pt idx="350">
                  <c:v>0.30565867841073402</c:v>
                </c:pt>
                <c:pt idx="351">
                  <c:v>0.30216792143250198</c:v>
                </c:pt>
                <c:pt idx="352">
                  <c:v>0.308953633669386</c:v>
                </c:pt>
                <c:pt idx="353">
                  <c:v>0.305559849614014</c:v>
                </c:pt>
                <c:pt idx="354">
                  <c:v>0.30651186977789202</c:v>
                </c:pt>
                <c:pt idx="355">
                  <c:v>0.30341271563687899</c:v>
                </c:pt>
                <c:pt idx="356">
                  <c:v>0.29197196311167301</c:v>
                </c:pt>
                <c:pt idx="357">
                  <c:v>0.30389114247483801</c:v>
                </c:pt>
                <c:pt idx="358">
                  <c:v>0.311745063489621</c:v>
                </c:pt>
                <c:pt idx="359">
                  <c:v>0.304866109997042</c:v>
                </c:pt>
                <c:pt idx="360">
                  <c:v>0.31620020789935299</c:v>
                </c:pt>
                <c:pt idx="361">
                  <c:v>0.33434405303201098</c:v>
                </c:pt>
                <c:pt idx="362">
                  <c:v>0.32748904721503602</c:v>
                </c:pt>
                <c:pt idx="363">
                  <c:v>0.32322708966778502</c:v>
                </c:pt>
                <c:pt idx="364">
                  <c:v>0.32531745919015198</c:v>
                </c:pt>
                <c:pt idx="365">
                  <c:v>0.33624294033570301</c:v>
                </c:pt>
                <c:pt idx="366">
                  <c:v>0.335552899944497</c:v>
                </c:pt>
                <c:pt idx="367">
                  <c:v>0.33251875409798098</c:v>
                </c:pt>
                <c:pt idx="368">
                  <c:v>0.33510325141109698</c:v>
                </c:pt>
                <c:pt idx="369">
                  <c:v>0.33098827731681102</c:v>
                </c:pt>
                <c:pt idx="370">
                  <c:v>0.33445308860773298</c:v>
                </c:pt>
                <c:pt idx="371">
                  <c:v>0.31917998486868698</c:v>
                </c:pt>
                <c:pt idx="372">
                  <c:v>0.32242093185382598</c:v>
                </c:pt>
                <c:pt idx="373">
                  <c:v>0.31960023862161901</c:v>
                </c:pt>
                <c:pt idx="374">
                  <c:v>0.32617828483798</c:v>
                </c:pt>
                <c:pt idx="375">
                  <c:v>0.31558841218295203</c:v>
                </c:pt>
                <c:pt idx="376">
                  <c:v>0.33609504377532601</c:v>
                </c:pt>
                <c:pt idx="377">
                  <c:v>0.34078789081814698</c:v>
                </c:pt>
                <c:pt idx="378">
                  <c:v>0.35269244864517901</c:v>
                </c:pt>
                <c:pt idx="379">
                  <c:v>0.348999616327405</c:v>
                </c:pt>
                <c:pt idx="380">
                  <c:v>0.35526374590948101</c:v>
                </c:pt>
                <c:pt idx="381">
                  <c:v>0.36368118571283298</c:v>
                </c:pt>
                <c:pt idx="382">
                  <c:v>0.37857108109538701</c:v>
                </c:pt>
                <c:pt idx="383">
                  <c:v>0.381068399482142</c:v>
                </c:pt>
                <c:pt idx="384">
                  <c:v>0.38548726373452902</c:v>
                </c:pt>
                <c:pt idx="385">
                  <c:v>0.39363729103143602</c:v>
                </c:pt>
                <c:pt idx="386">
                  <c:v>0.391315907808714</c:v>
                </c:pt>
                <c:pt idx="387">
                  <c:v>0.392322599608456</c:v>
                </c:pt>
                <c:pt idx="388">
                  <c:v>0.39542257864495201</c:v>
                </c:pt>
                <c:pt idx="389">
                  <c:v>0.39727856460420402</c:v>
                </c:pt>
                <c:pt idx="390">
                  <c:v>0.38912751801746798</c:v>
                </c:pt>
                <c:pt idx="391">
                  <c:v>0.38459537170478703</c:v>
                </c:pt>
                <c:pt idx="392">
                  <c:v>0.39520470173022099</c:v>
                </c:pt>
                <c:pt idx="393">
                  <c:v>0.40265620250787498</c:v>
                </c:pt>
                <c:pt idx="394">
                  <c:v>0.38955907309904098</c:v>
                </c:pt>
                <c:pt idx="395">
                  <c:v>0.39517485798375301</c:v>
                </c:pt>
                <c:pt idx="396">
                  <c:v>0.39600804242944099</c:v>
                </c:pt>
                <c:pt idx="397">
                  <c:v>0.40838190664382401</c:v>
                </c:pt>
                <c:pt idx="398">
                  <c:v>0.41226533164236201</c:v>
                </c:pt>
                <c:pt idx="399">
                  <c:v>0.411887892580167</c:v>
                </c:pt>
                <c:pt idx="400">
                  <c:v>0.404528013179561</c:v>
                </c:pt>
                <c:pt idx="401">
                  <c:v>0.40415750652128102</c:v>
                </c:pt>
                <c:pt idx="402">
                  <c:v>0.38656236896176399</c:v>
                </c:pt>
                <c:pt idx="403">
                  <c:v>0.391171890521118</c:v>
                </c:pt>
                <c:pt idx="404">
                  <c:v>0.40359554321631402</c:v>
                </c:pt>
                <c:pt idx="405">
                  <c:v>0.40532042103395199</c:v>
                </c:pt>
                <c:pt idx="406">
                  <c:v>0.41059561778590298</c:v>
                </c:pt>
                <c:pt idx="407">
                  <c:v>0.41453791990422101</c:v>
                </c:pt>
                <c:pt idx="408">
                  <c:v>0.39991299246711998</c:v>
                </c:pt>
                <c:pt idx="409">
                  <c:v>0.39046635910960698</c:v>
                </c:pt>
                <c:pt idx="410">
                  <c:v>0.39350576850154501</c:v>
                </c:pt>
                <c:pt idx="411">
                  <c:v>0.37832825072676002</c:v>
                </c:pt>
                <c:pt idx="412">
                  <c:v>0.37943652659295901</c:v>
                </c:pt>
                <c:pt idx="413">
                  <c:v>0.38938824717748</c:v>
                </c:pt>
                <c:pt idx="414">
                  <c:v>0.39025616261359303</c:v>
                </c:pt>
                <c:pt idx="415">
                  <c:v>0.37691944584104098</c:v>
                </c:pt>
                <c:pt idx="416">
                  <c:v>0.37619722896150198</c:v>
                </c:pt>
                <c:pt idx="417">
                  <c:v>0.38210394174317303</c:v>
                </c:pt>
                <c:pt idx="418">
                  <c:v>0.37824869288624702</c:v>
                </c:pt>
                <c:pt idx="419">
                  <c:v>0.37327057849685602</c:v>
                </c:pt>
                <c:pt idx="420">
                  <c:v>0.40808412141140499</c:v>
                </c:pt>
                <c:pt idx="421">
                  <c:v>0.38078567654787099</c:v>
                </c:pt>
                <c:pt idx="422">
                  <c:v>0.36588924268087902</c:v>
                </c:pt>
                <c:pt idx="423">
                  <c:v>0.35388448342135798</c:v>
                </c:pt>
                <c:pt idx="424">
                  <c:v>0.32110579660579402</c:v>
                </c:pt>
                <c:pt idx="425">
                  <c:v>0.29602002278175898</c:v>
                </c:pt>
                <c:pt idx="426">
                  <c:v>0.32698532198152502</c:v>
                </c:pt>
                <c:pt idx="427">
                  <c:v>0.33240884975467</c:v>
                </c:pt>
                <c:pt idx="428">
                  <c:v>0.36080821072061497</c:v>
                </c:pt>
                <c:pt idx="429">
                  <c:v>0.38621116514213699</c:v>
                </c:pt>
                <c:pt idx="430">
                  <c:v>0.38921124940743101</c:v>
                </c:pt>
                <c:pt idx="431">
                  <c:v>0.40518772418229998</c:v>
                </c:pt>
                <c:pt idx="432">
                  <c:v>0.40124490308725902</c:v>
                </c:pt>
                <c:pt idx="433">
                  <c:v>0.40943537935151703</c:v>
                </c:pt>
                <c:pt idx="434">
                  <c:v>0.43144163848867301</c:v>
                </c:pt>
                <c:pt idx="435">
                  <c:v>0.44075207408510497</c:v>
                </c:pt>
                <c:pt idx="436">
                  <c:v>0.44718908188607898</c:v>
                </c:pt>
                <c:pt idx="437">
                  <c:v>0.446050845844147</c:v>
                </c:pt>
                <c:pt idx="438">
                  <c:v>0.452488190686965</c:v>
                </c:pt>
                <c:pt idx="439">
                  <c:v>0.462885682810734</c:v>
                </c:pt>
                <c:pt idx="440">
                  <c:v>0.46663219396535199</c:v>
                </c:pt>
                <c:pt idx="441">
                  <c:v>0.48221204669269602</c:v>
                </c:pt>
                <c:pt idx="442">
                  <c:v>0.48012655515903802</c:v>
                </c:pt>
                <c:pt idx="443">
                  <c:v>0.484073863193209</c:v>
                </c:pt>
                <c:pt idx="444">
                  <c:v>0.47795209551222201</c:v>
                </c:pt>
                <c:pt idx="445">
                  <c:v>0.47695317854246699</c:v>
                </c:pt>
                <c:pt idx="446">
                  <c:v>0.489963930307873</c:v>
                </c:pt>
                <c:pt idx="447">
                  <c:v>0.47090083421946799</c:v>
                </c:pt>
                <c:pt idx="448">
                  <c:v>0.482564132131029</c:v>
                </c:pt>
                <c:pt idx="449">
                  <c:v>0.47989209421755902</c:v>
                </c:pt>
                <c:pt idx="450">
                  <c:v>0.47248951075892298</c:v>
                </c:pt>
                <c:pt idx="451">
                  <c:v>0.49786733458783899</c:v>
                </c:pt>
                <c:pt idx="452">
                  <c:v>0.48754382219998899</c:v>
                </c:pt>
                <c:pt idx="453">
                  <c:v>0.48301306114102999</c:v>
                </c:pt>
                <c:pt idx="454">
                  <c:v>0.48191232106722998</c:v>
                </c:pt>
                <c:pt idx="455">
                  <c:v>0.48358332293231099</c:v>
                </c:pt>
                <c:pt idx="456">
                  <c:v>0.46425540217751898</c:v>
                </c:pt>
                <c:pt idx="457">
                  <c:v>0.477419752933816</c:v>
                </c:pt>
                <c:pt idx="458">
                  <c:v>0.48856488136328402</c:v>
                </c:pt>
                <c:pt idx="459">
                  <c:v>0.48977866804345599</c:v>
                </c:pt>
                <c:pt idx="460">
                  <c:v>0.48855688280967602</c:v>
                </c:pt>
                <c:pt idx="461">
                  <c:v>0.46914635331097299</c:v>
                </c:pt>
                <c:pt idx="462">
                  <c:v>0.44080900318853999</c:v>
                </c:pt>
                <c:pt idx="463">
                  <c:v>0.44642323415673701</c:v>
                </c:pt>
                <c:pt idx="464">
                  <c:v>0.428564539032602</c:v>
                </c:pt>
                <c:pt idx="465">
                  <c:v>0.406147245661584</c:v>
                </c:pt>
                <c:pt idx="466">
                  <c:v>0.41328674179500102</c:v>
                </c:pt>
                <c:pt idx="467">
                  <c:v>0.38209684954423301</c:v>
                </c:pt>
                <c:pt idx="468">
                  <c:v>0.37397275506784999</c:v>
                </c:pt>
                <c:pt idx="469">
                  <c:v>0.41533903365283398</c:v>
                </c:pt>
                <c:pt idx="470">
                  <c:v>0.43029236694794898</c:v>
                </c:pt>
                <c:pt idx="471">
                  <c:v>0.43979833527679801</c:v>
                </c:pt>
                <c:pt idx="472">
                  <c:v>0.45898986488974203</c:v>
                </c:pt>
                <c:pt idx="473">
                  <c:v>0.46158073709534098</c:v>
                </c:pt>
                <c:pt idx="474">
                  <c:v>0.46503849046394402</c:v>
                </c:pt>
                <c:pt idx="475">
                  <c:v>0.46715415048562198</c:v>
                </c:pt>
                <c:pt idx="476">
                  <c:v>0.46618191513513901</c:v>
                </c:pt>
                <c:pt idx="477">
                  <c:v>0.45357857165432103</c:v>
                </c:pt>
                <c:pt idx="478">
                  <c:v>0.44073563442486102</c:v>
                </c:pt>
                <c:pt idx="479">
                  <c:v>0.44013826680115198</c:v>
                </c:pt>
                <c:pt idx="480">
                  <c:v>0.42875039141383797</c:v>
                </c:pt>
                <c:pt idx="481">
                  <c:v>0.42972666961306999</c:v>
                </c:pt>
                <c:pt idx="482">
                  <c:v>0.44921490999921398</c:v>
                </c:pt>
                <c:pt idx="483">
                  <c:v>0.46594100027289198</c:v>
                </c:pt>
                <c:pt idx="484">
                  <c:v>0.44876238222222797</c:v>
                </c:pt>
                <c:pt idx="485">
                  <c:v>0.43503722333427403</c:v>
                </c:pt>
                <c:pt idx="486">
                  <c:v>0.40081305961925201</c:v>
                </c:pt>
                <c:pt idx="487">
                  <c:v>0.40702085269368499</c:v>
                </c:pt>
                <c:pt idx="488">
                  <c:v>0.393622184980919</c:v>
                </c:pt>
                <c:pt idx="489">
                  <c:v>0.41433731819594299</c:v>
                </c:pt>
                <c:pt idx="490">
                  <c:v>0.41695052189030202</c:v>
                </c:pt>
                <c:pt idx="491">
                  <c:v>0.431112030282013</c:v>
                </c:pt>
                <c:pt idx="492">
                  <c:v>0.453317221249186</c:v>
                </c:pt>
                <c:pt idx="493">
                  <c:v>0.45911396220919598</c:v>
                </c:pt>
                <c:pt idx="494">
                  <c:v>0.418598511838433</c:v>
                </c:pt>
                <c:pt idx="495">
                  <c:v>0.42091500651504399</c:v>
                </c:pt>
                <c:pt idx="496">
                  <c:v>0.39739698912476101</c:v>
                </c:pt>
                <c:pt idx="497">
                  <c:v>0.398748072054398</c:v>
                </c:pt>
                <c:pt idx="498">
                  <c:v>0.39211463024892501</c:v>
                </c:pt>
                <c:pt idx="499">
                  <c:v>0.41732522698564101</c:v>
                </c:pt>
                <c:pt idx="500">
                  <c:v>0.427807119027656</c:v>
                </c:pt>
                <c:pt idx="501">
                  <c:v>0.43758916962509198</c:v>
                </c:pt>
                <c:pt idx="502">
                  <c:v>0.44126601257278403</c:v>
                </c:pt>
                <c:pt idx="503">
                  <c:v>0.427649192992683</c:v>
                </c:pt>
                <c:pt idx="504">
                  <c:v>0.43941599898664102</c:v>
                </c:pt>
                <c:pt idx="505">
                  <c:v>0.45910069919769703</c:v>
                </c:pt>
                <c:pt idx="506">
                  <c:v>0.455486672985005</c:v>
                </c:pt>
                <c:pt idx="507">
                  <c:v>0.46077950231016002</c:v>
                </c:pt>
                <c:pt idx="508">
                  <c:v>0.46146167448321801</c:v>
                </c:pt>
                <c:pt idx="509">
                  <c:v>0.458443528709436</c:v>
                </c:pt>
                <c:pt idx="510">
                  <c:v>0.471758979060376</c:v>
                </c:pt>
                <c:pt idx="511">
                  <c:v>0.47305253865394697</c:v>
                </c:pt>
                <c:pt idx="512">
                  <c:v>0.48048912016109302</c:v>
                </c:pt>
                <c:pt idx="513">
                  <c:v>0.49076944600800898</c:v>
                </c:pt>
                <c:pt idx="514">
                  <c:v>0.48526483306881701</c:v>
                </c:pt>
                <c:pt idx="515">
                  <c:v>0.47923267738159098</c:v>
                </c:pt>
                <c:pt idx="516">
                  <c:v>0.48579908823780599</c:v>
                </c:pt>
                <c:pt idx="517">
                  <c:v>0.46921146916483703</c:v>
                </c:pt>
                <c:pt idx="518">
                  <c:v>0.46191553416685999</c:v>
                </c:pt>
                <c:pt idx="519">
                  <c:v>0.45190808384160902</c:v>
                </c:pt>
                <c:pt idx="520">
                  <c:v>0.45449919846909898</c:v>
                </c:pt>
                <c:pt idx="521">
                  <c:v>0.44432031495451302</c:v>
                </c:pt>
                <c:pt idx="522">
                  <c:v>0.42471527864664899</c:v>
                </c:pt>
                <c:pt idx="523">
                  <c:v>0.424579610547269</c:v>
                </c:pt>
                <c:pt idx="524">
                  <c:v>0.411022822665077</c:v>
                </c:pt>
                <c:pt idx="525">
                  <c:v>0.40248040372444699</c:v>
                </c:pt>
                <c:pt idx="526">
                  <c:v>0.400162575520769</c:v>
                </c:pt>
                <c:pt idx="527">
                  <c:v>0.40062988044439302</c:v>
                </c:pt>
                <c:pt idx="528">
                  <c:v>0.40935746972606402</c:v>
                </c:pt>
                <c:pt idx="529">
                  <c:v>0.40960232558605297</c:v>
                </c:pt>
                <c:pt idx="530">
                  <c:v>0.43457701267297699</c:v>
                </c:pt>
                <c:pt idx="531">
                  <c:v>0.43639778636056997</c:v>
                </c:pt>
                <c:pt idx="532">
                  <c:v>0.45218980188642599</c:v>
                </c:pt>
                <c:pt idx="533">
                  <c:v>0.45479144675454503</c:v>
                </c:pt>
                <c:pt idx="534">
                  <c:v>0.45437494463752998</c:v>
                </c:pt>
                <c:pt idx="535">
                  <c:v>0.434894360672758</c:v>
                </c:pt>
                <c:pt idx="536">
                  <c:v>0.41916132827526398</c:v>
                </c:pt>
                <c:pt idx="537">
                  <c:v>0.42473795425627597</c:v>
                </c:pt>
                <c:pt idx="538">
                  <c:v>0.42725057770383401</c:v>
                </c:pt>
                <c:pt idx="539">
                  <c:v>0.42111217271656998</c:v>
                </c:pt>
                <c:pt idx="540">
                  <c:v>0.41962037148012898</c:v>
                </c:pt>
                <c:pt idx="541">
                  <c:v>0.40835365752185399</c:v>
                </c:pt>
                <c:pt idx="542">
                  <c:v>0.43120302256437198</c:v>
                </c:pt>
                <c:pt idx="543">
                  <c:v>0.427349832052282</c:v>
                </c:pt>
                <c:pt idx="544">
                  <c:v>0.418540738170191</c:v>
                </c:pt>
                <c:pt idx="545">
                  <c:v>0.42799974068584301</c:v>
                </c:pt>
                <c:pt idx="546">
                  <c:v>0.42851770299558301</c:v>
                </c:pt>
                <c:pt idx="547">
                  <c:v>0.41985072618275199</c:v>
                </c:pt>
                <c:pt idx="548">
                  <c:v>0.42761626472187902</c:v>
                </c:pt>
                <c:pt idx="549">
                  <c:v>0.42662578817436198</c:v>
                </c:pt>
                <c:pt idx="550">
                  <c:v>0.42190085260059201</c:v>
                </c:pt>
                <c:pt idx="551">
                  <c:v>0.423992180011591</c:v>
                </c:pt>
                <c:pt idx="552">
                  <c:v>0.44497975206205898</c:v>
                </c:pt>
                <c:pt idx="553">
                  <c:v>0.44301613840544601</c:v>
                </c:pt>
                <c:pt idx="554">
                  <c:v>0.448196743683903</c:v>
                </c:pt>
                <c:pt idx="555">
                  <c:v>0.47083392041112199</c:v>
                </c:pt>
                <c:pt idx="556">
                  <c:v>0.49528095860851501</c:v>
                </c:pt>
                <c:pt idx="557">
                  <c:v>0.48975640616805999</c:v>
                </c:pt>
                <c:pt idx="558">
                  <c:v>0.49886377728933901</c:v>
                </c:pt>
                <c:pt idx="559">
                  <c:v>0.498040839675226</c:v>
                </c:pt>
                <c:pt idx="560">
                  <c:v>0.48342963415149598</c:v>
                </c:pt>
                <c:pt idx="561">
                  <c:v>0.49576838607129498</c:v>
                </c:pt>
                <c:pt idx="562">
                  <c:v>0.49131739112196499</c:v>
                </c:pt>
                <c:pt idx="563">
                  <c:v>0.48435151206779198</c:v>
                </c:pt>
                <c:pt idx="564">
                  <c:v>0.461053098795</c:v>
                </c:pt>
                <c:pt idx="565">
                  <c:v>0.48697193524052701</c:v>
                </c:pt>
                <c:pt idx="566">
                  <c:v>0.49853237978039699</c:v>
                </c:pt>
                <c:pt idx="567">
                  <c:v>0.47684606526395301</c:v>
                </c:pt>
                <c:pt idx="568">
                  <c:v>0.49328089113204698</c:v>
                </c:pt>
                <c:pt idx="569">
                  <c:v>0.49412773275413302</c:v>
                </c:pt>
                <c:pt idx="570">
                  <c:v>0.51471903316198797</c:v>
                </c:pt>
                <c:pt idx="571">
                  <c:v>0.50492799310240399</c:v>
                </c:pt>
                <c:pt idx="572">
                  <c:v>0.501581737475847</c:v>
                </c:pt>
                <c:pt idx="573">
                  <c:v>0.50798141208015402</c:v>
                </c:pt>
                <c:pt idx="574">
                  <c:v>0.50418868610772605</c:v>
                </c:pt>
                <c:pt idx="575">
                  <c:v>0.49874577119923802</c:v>
                </c:pt>
                <c:pt idx="576">
                  <c:v>0.48722878651884999</c:v>
                </c:pt>
                <c:pt idx="577">
                  <c:v>0.48221559245375401</c:v>
                </c:pt>
                <c:pt idx="578">
                  <c:v>0.49049080474534501</c:v>
                </c:pt>
                <c:pt idx="579">
                  <c:v>0.50022436559488104</c:v>
                </c:pt>
                <c:pt idx="580">
                  <c:v>0.49305803997511799</c:v>
                </c:pt>
                <c:pt idx="581">
                  <c:v>0.486840380568484</c:v>
                </c:pt>
                <c:pt idx="582">
                  <c:v>0.48719452217353398</c:v>
                </c:pt>
                <c:pt idx="583">
                  <c:v>0.466815910504355</c:v>
                </c:pt>
                <c:pt idx="584">
                  <c:v>0.45348276785895503</c:v>
                </c:pt>
                <c:pt idx="585">
                  <c:v>0.45511434529107397</c:v>
                </c:pt>
                <c:pt idx="586">
                  <c:v>0.44407112463963599</c:v>
                </c:pt>
                <c:pt idx="587">
                  <c:v>0.44541312499298003</c:v>
                </c:pt>
                <c:pt idx="588">
                  <c:v>0.46569714185967398</c:v>
                </c:pt>
                <c:pt idx="589">
                  <c:v>0.463096150527878</c:v>
                </c:pt>
                <c:pt idx="590">
                  <c:v>0.44416473278069102</c:v>
                </c:pt>
                <c:pt idx="591">
                  <c:v>0.44134101270896697</c:v>
                </c:pt>
                <c:pt idx="592">
                  <c:v>0.455166430975325</c:v>
                </c:pt>
                <c:pt idx="593">
                  <c:v>0.46608775858614299</c:v>
                </c:pt>
                <c:pt idx="594">
                  <c:v>0.47510063372432298</c:v>
                </c:pt>
                <c:pt idx="595">
                  <c:v>0.47336207221139598</c:v>
                </c:pt>
                <c:pt idx="596">
                  <c:v>0.47175527481874502</c:v>
                </c:pt>
                <c:pt idx="597">
                  <c:v>0.463811600768609</c:v>
                </c:pt>
                <c:pt idx="598">
                  <c:v>0.46195013037765997</c:v>
                </c:pt>
                <c:pt idx="599">
                  <c:v>0.44888125673677598</c:v>
                </c:pt>
                <c:pt idx="600">
                  <c:v>0.43930100262378602</c:v>
                </c:pt>
                <c:pt idx="601">
                  <c:v>0.43843901246032801</c:v>
                </c:pt>
                <c:pt idx="602">
                  <c:v>0.43905316441193099</c:v>
                </c:pt>
                <c:pt idx="603">
                  <c:v>0.45079214657271299</c:v>
                </c:pt>
                <c:pt idx="604">
                  <c:v>0.44324348937100799</c:v>
                </c:pt>
                <c:pt idx="605">
                  <c:v>0.45922393109225501</c:v>
                </c:pt>
                <c:pt idx="606">
                  <c:v>0.46732854747298602</c:v>
                </c:pt>
                <c:pt idx="607">
                  <c:v>0.476837678186948</c:v>
                </c:pt>
                <c:pt idx="608">
                  <c:v>0.46202509424738702</c:v>
                </c:pt>
                <c:pt idx="609">
                  <c:v>0.49984937605172203</c:v>
                </c:pt>
                <c:pt idx="610">
                  <c:v>0.508409390359296</c:v>
                </c:pt>
                <c:pt idx="611">
                  <c:v>0.50714415894037601</c:v>
                </c:pt>
                <c:pt idx="612">
                  <c:v>0.509690678685635</c:v>
                </c:pt>
                <c:pt idx="613">
                  <c:v>0.51696414996411999</c:v>
                </c:pt>
                <c:pt idx="614">
                  <c:v>0.51913373954401298</c:v>
                </c:pt>
                <c:pt idx="615">
                  <c:v>0.51503682367765002</c:v>
                </c:pt>
                <c:pt idx="616">
                  <c:v>0.49428357088387997</c:v>
                </c:pt>
                <c:pt idx="617">
                  <c:v>0.49230692722368902</c:v>
                </c:pt>
                <c:pt idx="618">
                  <c:v>0.49075017382212699</c:v>
                </c:pt>
                <c:pt idx="619">
                  <c:v>0.481717169201341</c:v>
                </c:pt>
                <c:pt idx="620">
                  <c:v>0.476685356711402</c:v>
                </c:pt>
                <c:pt idx="621">
                  <c:v>0.47536198559978299</c:v>
                </c:pt>
                <c:pt idx="622">
                  <c:v>0.47590519614115601</c:v>
                </c:pt>
                <c:pt idx="623">
                  <c:v>0.498486521156698</c:v>
                </c:pt>
                <c:pt idx="624">
                  <c:v>0.49608728937320401</c:v>
                </c:pt>
                <c:pt idx="625">
                  <c:v>0.490579736256884</c:v>
                </c:pt>
                <c:pt idx="626">
                  <c:v>0.499149643265279</c:v>
                </c:pt>
                <c:pt idx="627">
                  <c:v>0.49841991029799998</c:v>
                </c:pt>
                <c:pt idx="628">
                  <c:v>0.48115703143475202</c:v>
                </c:pt>
                <c:pt idx="629">
                  <c:v>0.49721792037397899</c:v>
                </c:pt>
                <c:pt idx="630">
                  <c:v>0.49367845660814902</c:v>
                </c:pt>
                <c:pt idx="631">
                  <c:v>0.50478715696121101</c:v>
                </c:pt>
                <c:pt idx="632">
                  <c:v>0.53307518928251496</c:v>
                </c:pt>
                <c:pt idx="633">
                  <c:v>0.52458620421873503</c:v>
                </c:pt>
                <c:pt idx="634">
                  <c:v>0.52177762939231798</c:v>
                </c:pt>
                <c:pt idx="635">
                  <c:v>0.52718840522496602</c:v>
                </c:pt>
                <c:pt idx="636">
                  <c:v>0.52298426257834696</c:v>
                </c:pt>
                <c:pt idx="637">
                  <c:v>0.50186821559196304</c:v>
                </c:pt>
                <c:pt idx="638">
                  <c:v>0.47474290707046701</c:v>
                </c:pt>
                <c:pt idx="639">
                  <c:v>0.34360041925627699</c:v>
                </c:pt>
                <c:pt idx="640">
                  <c:v>0.39911815812776902</c:v>
                </c:pt>
                <c:pt idx="641">
                  <c:v>0.36264019480751902</c:v>
                </c:pt>
                <c:pt idx="642">
                  <c:v>0.38839595058905302</c:v>
                </c:pt>
                <c:pt idx="643">
                  <c:v>0.39202046903177501</c:v>
                </c:pt>
                <c:pt idx="644">
                  <c:v>0.39594058472052701</c:v>
                </c:pt>
                <c:pt idx="645">
                  <c:v>0.35705550431064897</c:v>
                </c:pt>
                <c:pt idx="646">
                  <c:v>0.35939168620027201</c:v>
                </c:pt>
                <c:pt idx="647">
                  <c:v>0.37317630263273899</c:v>
                </c:pt>
                <c:pt idx="648">
                  <c:v>0.35924946079936898</c:v>
                </c:pt>
                <c:pt idx="649">
                  <c:v>0.37281055724678402</c:v>
                </c:pt>
                <c:pt idx="650">
                  <c:v>0.39469433977760399</c:v>
                </c:pt>
                <c:pt idx="651">
                  <c:v>0.36502785842427299</c:v>
                </c:pt>
                <c:pt idx="652">
                  <c:v>0.36332194183784899</c:v>
                </c:pt>
                <c:pt idx="653">
                  <c:v>0.37101812708745702</c:v>
                </c:pt>
                <c:pt idx="654">
                  <c:v>0.36229454716964299</c:v>
                </c:pt>
                <c:pt idx="655">
                  <c:v>0.37856273003983898</c:v>
                </c:pt>
                <c:pt idx="656">
                  <c:v>0.38264345506351999</c:v>
                </c:pt>
                <c:pt idx="657">
                  <c:v>0.36947296129957202</c:v>
                </c:pt>
                <c:pt idx="658">
                  <c:v>0.37981686711335</c:v>
                </c:pt>
                <c:pt idx="659">
                  <c:v>0.37263519985363103</c:v>
                </c:pt>
                <c:pt idx="660">
                  <c:v>0.375120926366734</c:v>
                </c:pt>
                <c:pt idx="661">
                  <c:v>0.36705559486705802</c:v>
                </c:pt>
                <c:pt idx="662">
                  <c:v>0.389806735720233</c:v>
                </c:pt>
                <c:pt idx="663">
                  <c:v>0.384842496448912</c:v>
                </c:pt>
                <c:pt idx="664">
                  <c:v>0.371414907784133</c:v>
                </c:pt>
                <c:pt idx="665">
                  <c:v>0.39038153390263702</c:v>
                </c:pt>
                <c:pt idx="666">
                  <c:v>0.40642247753763699</c:v>
                </c:pt>
                <c:pt idx="667">
                  <c:v>0.40074918615219501</c:v>
                </c:pt>
                <c:pt idx="668">
                  <c:v>0.43536527512193901</c:v>
                </c:pt>
                <c:pt idx="669">
                  <c:v>0.46640160586735302</c:v>
                </c:pt>
                <c:pt idx="670">
                  <c:v>0.47104073800909702</c:v>
                </c:pt>
                <c:pt idx="671">
                  <c:v>0.46436754004535802</c:v>
                </c:pt>
                <c:pt idx="672">
                  <c:v>0.490191018284661</c:v>
                </c:pt>
                <c:pt idx="673">
                  <c:v>0.47975093899151</c:v>
                </c:pt>
                <c:pt idx="674">
                  <c:v>0.47364569309989402</c:v>
                </c:pt>
                <c:pt idx="675">
                  <c:v>0.46612181884572701</c:v>
                </c:pt>
                <c:pt idx="676">
                  <c:v>0.46897562690947198</c:v>
                </c:pt>
                <c:pt idx="677">
                  <c:v>0.48782457432926102</c:v>
                </c:pt>
                <c:pt idx="678">
                  <c:v>0.49561241291846198</c:v>
                </c:pt>
                <c:pt idx="679">
                  <c:v>0.48562498513684299</c:v>
                </c:pt>
                <c:pt idx="680">
                  <c:v>0.48352043450210602</c:v>
                </c:pt>
                <c:pt idx="681">
                  <c:v>0.48000790249124098</c:v>
                </c:pt>
                <c:pt idx="682">
                  <c:v>0.54323119980650603</c:v>
                </c:pt>
                <c:pt idx="683">
                  <c:v>0.54392170330078404</c:v>
                </c:pt>
                <c:pt idx="684">
                  <c:v>0.55226690289807701</c:v>
                </c:pt>
                <c:pt idx="685">
                  <c:v>0.55719341673427403</c:v>
                </c:pt>
                <c:pt idx="686">
                  <c:v>0.55055651248590398</c:v>
                </c:pt>
                <c:pt idx="687">
                  <c:v>0.57009395650192096</c:v>
                </c:pt>
                <c:pt idx="688">
                  <c:v>0.56835959280179804</c:v>
                </c:pt>
                <c:pt idx="689">
                  <c:v>0.57314217774932696</c:v>
                </c:pt>
                <c:pt idx="690">
                  <c:v>0.59792213279222595</c:v>
                </c:pt>
                <c:pt idx="691">
                  <c:v>0.60587816787334203</c:v>
                </c:pt>
                <c:pt idx="692">
                  <c:v>0.59493164737166204</c:v>
                </c:pt>
                <c:pt idx="693">
                  <c:v>0.59169781150481104</c:v>
                </c:pt>
                <c:pt idx="694">
                  <c:v>0.57252204466800505</c:v>
                </c:pt>
                <c:pt idx="695">
                  <c:v>0.58074664417163502</c:v>
                </c:pt>
                <c:pt idx="696">
                  <c:v>0.57003341675877695</c:v>
                </c:pt>
                <c:pt idx="697">
                  <c:v>0.56176767190450405</c:v>
                </c:pt>
                <c:pt idx="698">
                  <c:v>0.55055597131487299</c:v>
                </c:pt>
                <c:pt idx="699">
                  <c:v>0.56871986502393501</c:v>
                </c:pt>
                <c:pt idx="700">
                  <c:v>0.56471988429549402</c:v>
                </c:pt>
                <c:pt idx="701">
                  <c:v>0.59074917072362998</c:v>
                </c:pt>
                <c:pt idx="702">
                  <c:v>0.603286639379641</c:v>
                </c:pt>
                <c:pt idx="703">
                  <c:v>0.59232986250858599</c:v>
                </c:pt>
                <c:pt idx="704">
                  <c:v>0.59285760108274399</c:v>
                </c:pt>
                <c:pt idx="705">
                  <c:v>0.60071952360791203</c:v>
                </c:pt>
                <c:pt idx="706">
                  <c:v>0.59334656800483498</c:v>
                </c:pt>
                <c:pt idx="707">
                  <c:v>0.610649611194794</c:v>
                </c:pt>
                <c:pt idx="708">
                  <c:v>0.60741064167643199</c:v>
                </c:pt>
                <c:pt idx="709">
                  <c:v>0.61893644090134603</c:v>
                </c:pt>
                <c:pt idx="710">
                  <c:v>0.60558091381224699</c:v>
                </c:pt>
                <c:pt idx="711">
                  <c:v>0.57064164365772596</c:v>
                </c:pt>
                <c:pt idx="712">
                  <c:v>0.59463902432961901</c:v>
                </c:pt>
                <c:pt idx="713">
                  <c:v>0.56725231176684898</c:v>
                </c:pt>
                <c:pt idx="714">
                  <c:v>0.55784943750392302</c:v>
                </c:pt>
                <c:pt idx="715">
                  <c:v>0.55525368779353401</c:v>
                </c:pt>
                <c:pt idx="716">
                  <c:v>0.532738193000317</c:v>
                </c:pt>
                <c:pt idx="717">
                  <c:v>0.51469303574140002</c:v>
                </c:pt>
                <c:pt idx="718">
                  <c:v>0.52928894683726602</c:v>
                </c:pt>
                <c:pt idx="719">
                  <c:v>0.53655650240472796</c:v>
                </c:pt>
                <c:pt idx="720">
                  <c:v>0.56558046231375603</c:v>
                </c:pt>
                <c:pt idx="721">
                  <c:v>0.56062154306335099</c:v>
                </c:pt>
                <c:pt idx="722">
                  <c:v>0.54093648151845897</c:v>
                </c:pt>
                <c:pt idx="723">
                  <c:v>0.55030571732741196</c:v>
                </c:pt>
                <c:pt idx="724">
                  <c:v>0.56117375820779603</c:v>
                </c:pt>
                <c:pt idx="725">
                  <c:v>0.57479409270182202</c:v>
                </c:pt>
                <c:pt idx="726">
                  <c:v>0.56629297369365506</c:v>
                </c:pt>
                <c:pt idx="727">
                  <c:v>0.58179859158663605</c:v>
                </c:pt>
                <c:pt idx="728">
                  <c:v>0.58102062403689203</c:v>
                </c:pt>
                <c:pt idx="729">
                  <c:v>0.56836921137585705</c:v>
                </c:pt>
                <c:pt idx="730">
                  <c:v>0.53855694350733196</c:v>
                </c:pt>
                <c:pt idx="731">
                  <c:v>0.54213776578726303</c:v>
                </c:pt>
                <c:pt idx="732">
                  <c:v>0.52423130952072905</c:v>
                </c:pt>
                <c:pt idx="733">
                  <c:v>0.49211541467235898</c:v>
                </c:pt>
                <c:pt idx="734">
                  <c:v>0.47888162438704401</c:v>
                </c:pt>
                <c:pt idx="735">
                  <c:v>0.46886655552298301</c:v>
                </c:pt>
                <c:pt idx="736">
                  <c:v>0.48336459245437502</c:v>
                </c:pt>
                <c:pt idx="737">
                  <c:v>0.48712044616918798</c:v>
                </c:pt>
                <c:pt idx="738">
                  <c:v>0.44233172737351401</c:v>
                </c:pt>
                <c:pt idx="739">
                  <c:v>0.42416680629293402</c:v>
                </c:pt>
                <c:pt idx="740">
                  <c:v>0.43668094348115499</c:v>
                </c:pt>
                <c:pt idx="741">
                  <c:v>0.40773673802425697</c:v>
                </c:pt>
                <c:pt idx="742">
                  <c:v>0.40576760832476699</c:v>
                </c:pt>
                <c:pt idx="743">
                  <c:v>0.42248271899534201</c:v>
                </c:pt>
                <c:pt idx="744">
                  <c:v>0.446871699566733</c:v>
                </c:pt>
                <c:pt idx="745">
                  <c:v>0.43525981072992997</c:v>
                </c:pt>
                <c:pt idx="746">
                  <c:v>0.43924932531788302</c:v>
                </c:pt>
                <c:pt idx="747">
                  <c:v>0.436857749992343</c:v>
                </c:pt>
                <c:pt idx="748">
                  <c:v>0.46889172415962799</c:v>
                </c:pt>
                <c:pt idx="749">
                  <c:v>0.484355489651277</c:v>
                </c:pt>
                <c:pt idx="750">
                  <c:v>0.475466316102436</c:v>
                </c:pt>
                <c:pt idx="751">
                  <c:v>0.46260862277016002</c:v>
                </c:pt>
                <c:pt idx="752">
                  <c:v>0.42959299015934199</c:v>
                </c:pt>
                <c:pt idx="753">
                  <c:v>0.402909798004847</c:v>
                </c:pt>
                <c:pt idx="754">
                  <c:v>0.358612144635652</c:v>
                </c:pt>
                <c:pt idx="755">
                  <c:v>0.33835093796042898</c:v>
                </c:pt>
                <c:pt idx="756">
                  <c:v>0.36576386069039002</c:v>
                </c:pt>
                <c:pt idx="757">
                  <c:v>0.34513324197378198</c:v>
                </c:pt>
                <c:pt idx="758">
                  <c:v>0.35327379593895702</c:v>
                </c:pt>
                <c:pt idx="759">
                  <c:v>0.38094979549153102</c:v>
                </c:pt>
                <c:pt idx="760">
                  <c:v>0.39194680241579299</c:v>
                </c:pt>
                <c:pt idx="761">
                  <c:v>0.40819330590011299</c:v>
                </c:pt>
                <c:pt idx="762">
                  <c:v>0.38213903370152302</c:v>
                </c:pt>
                <c:pt idx="763">
                  <c:v>0.401888245524679</c:v>
                </c:pt>
                <c:pt idx="764">
                  <c:v>0.41502519653485598</c:v>
                </c:pt>
                <c:pt idx="765">
                  <c:v>0.38123178789933398</c:v>
                </c:pt>
                <c:pt idx="766">
                  <c:v>0.41964857520124299</c:v>
                </c:pt>
                <c:pt idx="767">
                  <c:v>0.43448758003410298</c:v>
                </c:pt>
                <c:pt idx="768">
                  <c:v>0.40431721057153402</c:v>
                </c:pt>
                <c:pt idx="769">
                  <c:v>0.40616732844466302</c:v>
                </c:pt>
                <c:pt idx="770">
                  <c:v>0.41593607378780101</c:v>
                </c:pt>
                <c:pt idx="771">
                  <c:v>0.43891773143948198</c:v>
                </c:pt>
                <c:pt idx="772">
                  <c:v>0.45385567912950397</c:v>
                </c:pt>
                <c:pt idx="773">
                  <c:v>0.43845981481915097</c:v>
                </c:pt>
                <c:pt idx="774">
                  <c:v>0.43172220051819099</c:v>
                </c:pt>
                <c:pt idx="775">
                  <c:v>0.43836982629957999</c:v>
                </c:pt>
                <c:pt idx="776">
                  <c:v>0.45781043220543499</c:v>
                </c:pt>
                <c:pt idx="777">
                  <c:v>0.46230521045784201</c:v>
                </c:pt>
                <c:pt idx="778">
                  <c:v>0.46350464411338199</c:v>
                </c:pt>
                <c:pt idx="779">
                  <c:v>0.45369683856820098</c:v>
                </c:pt>
                <c:pt idx="780">
                  <c:v>0.46651532049815497</c:v>
                </c:pt>
                <c:pt idx="781">
                  <c:v>0.48937549026794203</c:v>
                </c:pt>
                <c:pt idx="782">
                  <c:v>0.50085979884457199</c:v>
                </c:pt>
                <c:pt idx="783">
                  <c:v>0.48563669545751698</c:v>
                </c:pt>
                <c:pt idx="784">
                  <c:v>0.48635338268355399</c:v>
                </c:pt>
                <c:pt idx="785">
                  <c:v>0.49206938028853198</c:v>
                </c:pt>
                <c:pt idx="786">
                  <c:v>0.47575957652804801</c:v>
                </c:pt>
                <c:pt idx="787">
                  <c:v>0.48422211301161899</c:v>
                </c:pt>
                <c:pt idx="788">
                  <c:v>0.47612662885988399</c:v>
                </c:pt>
                <c:pt idx="789">
                  <c:v>0.498637381779099</c:v>
                </c:pt>
                <c:pt idx="790">
                  <c:v>0.49468319866465499</c:v>
                </c:pt>
                <c:pt idx="791">
                  <c:v>0.49284011128093602</c:v>
                </c:pt>
                <c:pt idx="792">
                  <c:v>0.50668786737822802</c:v>
                </c:pt>
                <c:pt idx="793">
                  <c:v>0.50420631074771305</c:v>
                </c:pt>
                <c:pt idx="794">
                  <c:v>0.49321089010286101</c:v>
                </c:pt>
                <c:pt idx="795">
                  <c:v>0.49394965727243001</c:v>
                </c:pt>
                <c:pt idx="796">
                  <c:v>0.51109377339349704</c:v>
                </c:pt>
                <c:pt idx="797">
                  <c:v>0.526072276960729</c:v>
                </c:pt>
                <c:pt idx="798">
                  <c:v>0.51222957257260104</c:v>
                </c:pt>
                <c:pt idx="799">
                  <c:v>0.53413111274837199</c:v>
                </c:pt>
                <c:pt idx="800">
                  <c:v>0.52638904636049699</c:v>
                </c:pt>
                <c:pt idx="801">
                  <c:v>0.52585240082033002</c:v>
                </c:pt>
                <c:pt idx="802">
                  <c:v>0.51873497876750796</c:v>
                </c:pt>
                <c:pt idx="803">
                  <c:v>0.53810056868181799</c:v>
                </c:pt>
                <c:pt idx="804">
                  <c:v>0.53180970019023499</c:v>
                </c:pt>
                <c:pt idx="805">
                  <c:v>0.52314349210075894</c:v>
                </c:pt>
                <c:pt idx="806">
                  <c:v>0.49323288635332302</c:v>
                </c:pt>
                <c:pt idx="807">
                  <c:v>0.49930852045597701</c:v>
                </c:pt>
                <c:pt idx="808">
                  <c:v>0.51190905061473302</c:v>
                </c:pt>
                <c:pt idx="809">
                  <c:v>0.50483636055818004</c:v>
                </c:pt>
                <c:pt idx="810">
                  <c:v>0.48747279201591898</c:v>
                </c:pt>
                <c:pt idx="811">
                  <c:v>0.48261836866347602</c:v>
                </c:pt>
                <c:pt idx="812">
                  <c:v>0.47774952705167001</c:v>
                </c:pt>
                <c:pt idx="813">
                  <c:v>0.47828124544053902</c:v>
                </c:pt>
                <c:pt idx="814">
                  <c:v>0.47294577803573901</c:v>
                </c:pt>
                <c:pt idx="815">
                  <c:v>0.46734539136613801</c:v>
                </c:pt>
                <c:pt idx="816">
                  <c:v>0.46051683913040597</c:v>
                </c:pt>
                <c:pt idx="817">
                  <c:v>0.468600570886333</c:v>
                </c:pt>
                <c:pt idx="818">
                  <c:v>0.46714376247602801</c:v>
                </c:pt>
                <c:pt idx="819">
                  <c:v>0.477305870309082</c:v>
                </c:pt>
                <c:pt idx="820">
                  <c:v>0.48302042629318098</c:v>
                </c:pt>
                <c:pt idx="821">
                  <c:v>0.47407084468993399</c:v>
                </c:pt>
                <c:pt idx="822">
                  <c:v>0.46457858257177598</c:v>
                </c:pt>
                <c:pt idx="823">
                  <c:v>0.47402203952735</c:v>
                </c:pt>
                <c:pt idx="824">
                  <c:v>0.45502598207077999</c:v>
                </c:pt>
                <c:pt idx="825">
                  <c:v>0.44636391676818699</c:v>
                </c:pt>
                <c:pt idx="826">
                  <c:v>0.45612869897813002</c:v>
                </c:pt>
                <c:pt idx="827">
                  <c:v>0.45286265687613497</c:v>
                </c:pt>
                <c:pt idx="828">
                  <c:v>0.44987395647335798</c:v>
                </c:pt>
                <c:pt idx="829">
                  <c:v>0.46835291720098099</c:v>
                </c:pt>
                <c:pt idx="830">
                  <c:v>0.465929494380389</c:v>
                </c:pt>
                <c:pt idx="831">
                  <c:v>0.46092609518528199</c:v>
                </c:pt>
                <c:pt idx="832">
                  <c:v>0.46966188445261697</c:v>
                </c:pt>
                <c:pt idx="833">
                  <c:v>0.463240824008253</c:v>
                </c:pt>
                <c:pt idx="834">
                  <c:v>0.48380139312464499</c:v>
                </c:pt>
                <c:pt idx="835">
                  <c:v>0.488218791680327</c:v>
                </c:pt>
                <c:pt idx="836">
                  <c:v>0.48374473202391699</c:v>
                </c:pt>
                <c:pt idx="837">
                  <c:v>0.48495515506554798</c:v>
                </c:pt>
                <c:pt idx="838">
                  <c:v>0.49401832246647798</c:v>
                </c:pt>
                <c:pt idx="839">
                  <c:v>0.49273978837072302</c:v>
                </c:pt>
                <c:pt idx="840">
                  <c:v>0.48678310562691801</c:v>
                </c:pt>
                <c:pt idx="841">
                  <c:v>0.47054986587158099</c:v>
                </c:pt>
                <c:pt idx="842">
                  <c:v>0.45274316630150901</c:v>
                </c:pt>
                <c:pt idx="843">
                  <c:v>0.44282250094120601</c:v>
                </c:pt>
                <c:pt idx="844">
                  <c:v>0.44003383322100298</c:v>
                </c:pt>
                <c:pt idx="845">
                  <c:v>0.45892209117455401</c:v>
                </c:pt>
                <c:pt idx="846">
                  <c:v>0.468225270267911</c:v>
                </c:pt>
                <c:pt idx="847">
                  <c:v>0.46702613691872702</c:v>
                </c:pt>
                <c:pt idx="848">
                  <c:v>0.48384343948965602</c:v>
                </c:pt>
                <c:pt idx="849">
                  <c:v>0.49189442887736701</c:v>
                </c:pt>
                <c:pt idx="850">
                  <c:v>0.46034651539793198</c:v>
                </c:pt>
                <c:pt idx="851">
                  <c:v>0.452663916707229</c:v>
                </c:pt>
                <c:pt idx="852">
                  <c:v>0.44645551736102201</c:v>
                </c:pt>
                <c:pt idx="853">
                  <c:v>0.47729100092640397</c:v>
                </c:pt>
                <c:pt idx="854">
                  <c:v>0.49998315565592799</c:v>
                </c:pt>
                <c:pt idx="855">
                  <c:v>0.52510168911956501</c:v>
                </c:pt>
                <c:pt idx="856">
                  <c:v>0.52729556606393302</c:v>
                </c:pt>
                <c:pt idx="857">
                  <c:v>0.52972803086369602</c:v>
                </c:pt>
                <c:pt idx="858">
                  <c:v>0.530309542128093</c:v>
                </c:pt>
                <c:pt idx="859">
                  <c:v>0.52071532749157501</c:v>
                </c:pt>
                <c:pt idx="860">
                  <c:v>0.53511169536853997</c:v>
                </c:pt>
                <c:pt idx="861">
                  <c:v>0.54197939795066097</c:v>
                </c:pt>
                <c:pt idx="862">
                  <c:v>0.55610382346589204</c:v>
                </c:pt>
                <c:pt idx="863">
                  <c:v>0.55995791400842199</c:v>
                </c:pt>
                <c:pt idx="864">
                  <c:v>0.56324145527185798</c:v>
                </c:pt>
                <c:pt idx="865">
                  <c:v>0.55055599045931802</c:v>
                </c:pt>
                <c:pt idx="866">
                  <c:v>0.55112237540152997</c:v>
                </c:pt>
                <c:pt idx="867">
                  <c:v>0.57773449469818905</c:v>
                </c:pt>
                <c:pt idx="868">
                  <c:v>0.57437716514161297</c:v>
                </c:pt>
                <c:pt idx="869">
                  <c:v>0.57365098979469098</c:v>
                </c:pt>
                <c:pt idx="870">
                  <c:v>0.58135409581222197</c:v>
                </c:pt>
                <c:pt idx="871">
                  <c:v>0.57433814455070498</c:v>
                </c:pt>
                <c:pt idx="872">
                  <c:v>0.58544613520878697</c:v>
                </c:pt>
                <c:pt idx="873">
                  <c:v>0.57080458069681905</c:v>
                </c:pt>
                <c:pt idx="874">
                  <c:v>0.57537478340660597</c:v>
                </c:pt>
                <c:pt idx="875">
                  <c:v>0.59057903407605095</c:v>
                </c:pt>
                <c:pt idx="876">
                  <c:v>0.59521532794325704</c:v>
                </c:pt>
                <c:pt idx="877">
                  <c:v>0.58339745367422602</c:v>
                </c:pt>
                <c:pt idx="878">
                  <c:v>0.60389963644572098</c:v>
                </c:pt>
                <c:pt idx="879">
                  <c:v>0.60972296895448297</c:v>
                </c:pt>
                <c:pt idx="880">
                  <c:v>0.61464711588658705</c:v>
                </c:pt>
                <c:pt idx="881">
                  <c:v>0.61192197939678605</c:v>
                </c:pt>
                <c:pt idx="882">
                  <c:v>0.60610025033550696</c:v>
                </c:pt>
                <c:pt idx="883">
                  <c:v>0.60737507501545296</c:v>
                </c:pt>
                <c:pt idx="884">
                  <c:v>0.61464458606372296</c:v>
                </c:pt>
                <c:pt idx="885">
                  <c:v>0.61136422363628495</c:v>
                </c:pt>
                <c:pt idx="886">
                  <c:v>0.59793600624657295</c:v>
                </c:pt>
                <c:pt idx="887">
                  <c:v>0.601423795937015</c:v>
                </c:pt>
                <c:pt idx="888">
                  <c:v>0.60670826159434799</c:v>
                </c:pt>
                <c:pt idx="889">
                  <c:v>0.61032347827377698</c:v>
                </c:pt>
                <c:pt idx="890">
                  <c:v>0.60890303779987998</c:v>
                </c:pt>
                <c:pt idx="891">
                  <c:v>0.60947672231922001</c:v>
                </c:pt>
                <c:pt idx="892">
                  <c:v>0.60856324316473698</c:v>
                </c:pt>
                <c:pt idx="893">
                  <c:v>0.60990054911281399</c:v>
                </c:pt>
                <c:pt idx="894">
                  <c:v>0.61248649852986203</c:v>
                </c:pt>
                <c:pt idx="895">
                  <c:v>0.60247690326595205</c:v>
                </c:pt>
                <c:pt idx="896">
                  <c:v>0.60715232394824803</c:v>
                </c:pt>
                <c:pt idx="897">
                  <c:v>0.59614403046876296</c:v>
                </c:pt>
                <c:pt idx="898">
                  <c:v>0.59323436778394401</c:v>
                </c:pt>
                <c:pt idx="899">
                  <c:v>0.59957035911035705</c:v>
                </c:pt>
                <c:pt idx="900">
                  <c:v>0.60547516829367498</c:v>
                </c:pt>
                <c:pt idx="901">
                  <c:v>0.60967262187917604</c:v>
                </c:pt>
                <c:pt idx="902">
                  <c:v>0.60962898581071701</c:v>
                </c:pt>
                <c:pt idx="903">
                  <c:v>0.59726964711734698</c:v>
                </c:pt>
                <c:pt idx="904">
                  <c:v>0.56279691895362205</c:v>
                </c:pt>
                <c:pt idx="905">
                  <c:v>0.58608097708963602</c:v>
                </c:pt>
                <c:pt idx="906">
                  <c:v>0.57453636298329103</c:v>
                </c:pt>
                <c:pt idx="907">
                  <c:v>0.57363338692538102</c:v>
                </c:pt>
                <c:pt idx="908">
                  <c:v>0.59817518533826097</c:v>
                </c:pt>
                <c:pt idx="909">
                  <c:v>0.60710935051028003</c:v>
                </c:pt>
                <c:pt idx="910">
                  <c:v>0.61517704064787904</c:v>
                </c:pt>
                <c:pt idx="911">
                  <c:v>0.60936762077638695</c:v>
                </c:pt>
                <c:pt idx="912">
                  <c:v>0.63191775256537197</c:v>
                </c:pt>
                <c:pt idx="913">
                  <c:v>0.62013268377177699</c:v>
                </c:pt>
                <c:pt idx="914">
                  <c:v>0.61300073237152097</c:v>
                </c:pt>
                <c:pt idx="915">
                  <c:v>0.60317633182821695</c:v>
                </c:pt>
                <c:pt idx="916">
                  <c:v>0.61630493139504405</c:v>
                </c:pt>
                <c:pt idx="917">
                  <c:v>0.62451486307766801</c:v>
                </c:pt>
                <c:pt idx="918">
                  <c:v>0.59673512995383504</c:v>
                </c:pt>
                <c:pt idx="919">
                  <c:v>0.60100116245614399</c:v>
                </c:pt>
                <c:pt idx="920">
                  <c:v>0.59415563759874801</c:v>
                </c:pt>
                <c:pt idx="921">
                  <c:v>0.59015216428893602</c:v>
                </c:pt>
                <c:pt idx="922">
                  <c:v>0.59151715170502805</c:v>
                </c:pt>
                <c:pt idx="923">
                  <c:v>0.598148717717365</c:v>
                </c:pt>
                <c:pt idx="924">
                  <c:v>0.59689277052161405</c:v>
                </c:pt>
                <c:pt idx="925">
                  <c:v>0.59823004401117896</c:v>
                </c:pt>
                <c:pt idx="926">
                  <c:v>0.58261574965322704</c:v>
                </c:pt>
                <c:pt idx="927">
                  <c:v>0.57667741123637495</c:v>
                </c:pt>
                <c:pt idx="928">
                  <c:v>0.59106998632389496</c:v>
                </c:pt>
                <c:pt idx="929">
                  <c:v>0.59115683422145004</c:v>
                </c:pt>
                <c:pt idx="930">
                  <c:v>0.60297546948821101</c:v>
                </c:pt>
                <c:pt idx="931">
                  <c:v>0.60499365712207498</c:v>
                </c:pt>
                <c:pt idx="932">
                  <c:v>0.59692306658986105</c:v>
                </c:pt>
                <c:pt idx="933">
                  <c:v>0.62171719517971702</c:v>
                </c:pt>
                <c:pt idx="934">
                  <c:v>0.63272796430092204</c:v>
                </c:pt>
                <c:pt idx="935">
                  <c:v>0.64246417089973495</c:v>
                </c:pt>
                <c:pt idx="936">
                  <c:v>0.642381282378235</c:v>
                </c:pt>
                <c:pt idx="937">
                  <c:v>0.64127826171854596</c:v>
                </c:pt>
                <c:pt idx="938">
                  <c:v>0.62324750474452095</c:v>
                </c:pt>
                <c:pt idx="939">
                  <c:v>0.632742891540646</c:v>
                </c:pt>
                <c:pt idx="940">
                  <c:v>0.64430674317445402</c:v>
                </c:pt>
                <c:pt idx="941">
                  <c:v>0.61599414045388601</c:v>
                </c:pt>
                <c:pt idx="942">
                  <c:v>0.59273283641649199</c:v>
                </c:pt>
                <c:pt idx="943">
                  <c:v>0.58919512245425099</c:v>
                </c:pt>
                <c:pt idx="944">
                  <c:v>0.61050410736570404</c:v>
                </c:pt>
                <c:pt idx="945">
                  <c:v>0.62661413611041095</c:v>
                </c:pt>
                <c:pt idx="946">
                  <c:v>0.60758486454692795</c:v>
                </c:pt>
                <c:pt idx="947">
                  <c:v>0.61757074122529998</c:v>
                </c:pt>
                <c:pt idx="948">
                  <c:v>0.577473824644121</c:v>
                </c:pt>
                <c:pt idx="949">
                  <c:v>0.57867650389023895</c:v>
                </c:pt>
                <c:pt idx="950">
                  <c:v>0.56560239536980506</c:v>
                </c:pt>
                <c:pt idx="951">
                  <c:v>0.58052457219114495</c:v>
                </c:pt>
                <c:pt idx="952">
                  <c:v>0.59406641862876997</c:v>
                </c:pt>
                <c:pt idx="953">
                  <c:v>0.59470129450430897</c:v>
                </c:pt>
                <c:pt idx="954">
                  <c:v>0.61203205528383398</c:v>
                </c:pt>
                <c:pt idx="955">
                  <c:v>0.634898093911758</c:v>
                </c:pt>
                <c:pt idx="956">
                  <c:v>0.635604712033219</c:v>
                </c:pt>
                <c:pt idx="957">
                  <c:v>0.62405209219631796</c:v>
                </c:pt>
                <c:pt idx="958">
                  <c:v>0.63508299424641901</c:v>
                </c:pt>
                <c:pt idx="959">
                  <c:v>0.63058750368965999</c:v>
                </c:pt>
                <c:pt idx="960">
                  <c:v>0.62510433563858403</c:v>
                </c:pt>
                <c:pt idx="961">
                  <c:v>0.61367725122024697</c:v>
                </c:pt>
                <c:pt idx="962">
                  <c:v>0.60627606016963498</c:v>
                </c:pt>
                <c:pt idx="963">
                  <c:v>0.62007396932053704</c:v>
                </c:pt>
                <c:pt idx="964">
                  <c:v>0.62571218510760396</c:v>
                </c:pt>
                <c:pt idx="965">
                  <c:v>0.62074429157201605</c:v>
                </c:pt>
                <c:pt idx="966">
                  <c:v>0.65198735586735401</c:v>
                </c:pt>
                <c:pt idx="967">
                  <c:v>0.65267534227048796</c:v>
                </c:pt>
                <c:pt idx="968">
                  <c:v>0.67077154298622399</c:v>
                </c:pt>
                <c:pt idx="969">
                  <c:v>0.68357652259912405</c:v>
                </c:pt>
                <c:pt idx="970">
                  <c:v>0.69079240987299795</c:v>
                </c:pt>
                <c:pt idx="971">
                  <c:v>0.66594226121310396</c:v>
                </c:pt>
                <c:pt idx="972">
                  <c:v>0.68141977433269596</c:v>
                </c:pt>
                <c:pt idx="973">
                  <c:v>0.68860131917360401</c:v>
                </c:pt>
                <c:pt idx="974">
                  <c:v>0.69534142050759495</c:v>
                </c:pt>
                <c:pt idx="975">
                  <c:v>0.68931714624942697</c:v>
                </c:pt>
                <c:pt idx="976">
                  <c:v>0.68939915631450199</c:v>
                </c:pt>
                <c:pt idx="977">
                  <c:v>0.69426655787931901</c:v>
                </c:pt>
                <c:pt idx="978">
                  <c:v>0.69300196163271599</c:v>
                </c:pt>
                <c:pt idx="979">
                  <c:v>0.697369336391783</c:v>
                </c:pt>
                <c:pt idx="980">
                  <c:v>0.68313100432798801</c:v>
                </c:pt>
                <c:pt idx="981">
                  <c:v>0.68719307189395495</c:v>
                </c:pt>
                <c:pt idx="982">
                  <c:v>0.70928935329903597</c:v>
                </c:pt>
                <c:pt idx="983">
                  <c:v>0.70419560631322597</c:v>
                </c:pt>
                <c:pt idx="984">
                  <c:v>0.69135289433471703</c:v>
                </c:pt>
                <c:pt idx="985">
                  <c:v>0.69007730713110504</c:v>
                </c:pt>
                <c:pt idx="986">
                  <c:v>0.68744903457793005</c:v>
                </c:pt>
                <c:pt idx="987">
                  <c:v>0.67328811094391605</c:v>
                </c:pt>
                <c:pt idx="988">
                  <c:v>0.66405587441769498</c:v>
                </c:pt>
                <c:pt idx="989">
                  <c:v>0.67237211907107597</c:v>
                </c:pt>
                <c:pt idx="990">
                  <c:v>0.66310824767175702</c:v>
                </c:pt>
                <c:pt idx="991">
                  <c:v>0.659005435236938</c:v>
                </c:pt>
                <c:pt idx="992">
                  <c:v>0.66814764236329904</c:v>
                </c:pt>
                <c:pt idx="993">
                  <c:v>0.66875982535337497</c:v>
                </c:pt>
                <c:pt idx="994">
                  <c:v>0.669349729259751</c:v>
                </c:pt>
                <c:pt idx="995">
                  <c:v>0.66970781441690896</c:v>
                </c:pt>
                <c:pt idx="996">
                  <c:v>0.68137027662303096</c:v>
                </c:pt>
                <c:pt idx="997">
                  <c:v>0.70079353422841295</c:v>
                </c:pt>
                <c:pt idx="998">
                  <c:v>0.69894729698759905</c:v>
                </c:pt>
                <c:pt idx="999">
                  <c:v>0.70553519118507402</c:v>
                </c:pt>
                <c:pt idx="1000">
                  <c:v>0.69525793004734304</c:v>
                </c:pt>
                <c:pt idx="1001">
                  <c:v>0.68295181634539104</c:v>
                </c:pt>
                <c:pt idx="1002">
                  <c:v>0.69124240554005001</c:v>
                </c:pt>
                <c:pt idx="1003">
                  <c:v>0.67458755692822903</c:v>
                </c:pt>
                <c:pt idx="1004">
                  <c:v>0.68002456159983105</c:v>
                </c:pt>
                <c:pt idx="1005">
                  <c:v>0.68583142219464599</c:v>
                </c:pt>
                <c:pt idx="1006">
                  <c:v>0.68393593917707096</c:v>
                </c:pt>
                <c:pt idx="1007">
                  <c:v>0.68228307475480099</c:v>
                </c:pt>
                <c:pt idx="1008">
                  <c:v>0.70230473207817001</c:v>
                </c:pt>
                <c:pt idx="1009">
                  <c:v>0.71228282871644399</c:v>
                </c:pt>
                <c:pt idx="1010">
                  <c:v>0.71712800785153796</c:v>
                </c:pt>
                <c:pt idx="1011">
                  <c:v>0.71737424304105302</c:v>
                </c:pt>
                <c:pt idx="1012">
                  <c:v>0.71495172372254101</c:v>
                </c:pt>
                <c:pt idx="1013">
                  <c:v>0.73094901151351699</c:v>
                </c:pt>
                <c:pt idx="1014">
                  <c:v>0.72462830004553203</c:v>
                </c:pt>
                <c:pt idx="1015">
                  <c:v>0.73437658120323002</c:v>
                </c:pt>
                <c:pt idx="1016">
                  <c:v>0.73892149227429804</c:v>
                </c:pt>
                <c:pt idx="1017">
                  <c:v>0.74369884739168501</c:v>
                </c:pt>
                <c:pt idx="1018">
                  <c:v>0.74597049222082101</c:v>
                </c:pt>
                <c:pt idx="1019">
                  <c:v>0.74935952115236204</c:v>
                </c:pt>
                <c:pt idx="1020">
                  <c:v>0.74607021288684305</c:v>
                </c:pt>
                <c:pt idx="1021">
                  <c:v>0.74790065499481495</c:v>
                </c:pt>
                <c:pt idx="1022">
                  <c:v>0.758157703808787</c:v>
                </c:pt>
                <c:pt idx="1023">
                  <c:v>0.75752059156434903</c:v>
                </c:pt>
                <c:pt idx="1024">
                  <c:v>0.75219261114438696</c:v>
                </c:pt>
                <c:pt idx="1025">
                  <c:v>0.75430034196039697</c:v>
                </c:pt>
                <c:pt idx="1026">
                  <c:v>0.74638785246975403</c:v>
                </c:pt>
                <c:pt idx="1027">
                  <c:v>0.75251891758808498</c:v>
                </c:pt>
                <c:pt idx="1028">
                  <c:v>0.750025249218497</c:v>
                </c:pt>
                <c:pt idx="1029">
                  <c:v>0.75160832317121096</c:v>
                </c:pt>
                <c:pt idx="1030">
                  <c:v>0.751071463352463</c:v>
                </c:pt>
                <c:pt idx="1031">
                  <c:v>0.754255069211341</c:v>
                </c:pt>
                <c:pt idx="1032">
                  <c:v>0.77750303345826799</c:v>
                </c:pt>
                <c:pt idx="1033">
                  <c:v>0.77594490188008103</c:v>
                </c:pt>
                <c:pt idx="1034">
                  <c:v>0.77009671656214296</c:v>
                </c:pt>
                <c:pt idx="1035">
                  <c:v>0.76904787226492699</c:v>
                </c:pt>
                <c:pt idx="1036">
                  <c:v>0.76031086389240199</c:v>
                </c:pt>
                <c:pt idx="1037">
                  <c:v>0.76987092521206801</c:v>
                </c:pt>
                <c:pt idx="1038">
                  <c:v>0.77192482765397996</c:v>
                </c:pt>
                <c:pt idx="1039">
                  <c:v>0.75900375185175395</c:v>
                </c:pt>
                <c:pt idx="1040">
                  <c:v>0.76330128900104999</c:v>
                </c:pt>
                <c:pt idx="1041">
                  <c:v>0.76725319184313001</c:v>
                </c:pt>
                <c:pt idx="1042">
                  <c:v>0.77951095754130395</c:v>
                </c:pt>
                <c:pt idx="1043">
                  <c:v>0.77416394987340698</c:v>
                </c:pt>
                <c:pt idx="1044">
                  <c:v>0.78075220009594504</c:v>
                </c:pt>
                <c:pt idx="1045">
                  <c:v>0.77267541699359799</c:v>
                </c:pt>
                <c:pt idx="1046">
                  <c:v>0.785104532246094</c:v>
                </c:pt>
                <c:pt idx="1047">
                  <c:v>0.76876674455246397</c:v>
                </c:pt>
                <c:pt idx="1048">
                  <c:v>0.77165312345566395</c:v>
                </c:pt>
                <c:pt idx="1049">
                  <c:v>0.77294905571949901</c:v>
                </c:pt>
                <c:pt idx="1050">
                  <c:v>0.77455125758183696</c:v>
                </c:pt>
                <c:pt idx="1051">
                  <c:v>0.77623396254562405</c:v>
                </c:pt>
                <c:pt idx="1052">
                  <c:v>0.77966859734207805</c:v>
                </c:pt>
                <c:pt idx="1053">
                  <c:v>0.77152361403889402</c:v>
                </c:pt>
                <c:pt idx="1054">
                  <c:v>0.78209023505492103</c:v>
                </c:pt>
                <c:pt idx="1055">
                  <c:v>0.78351137608790999</c:v>
                </c:pt>
                <c:pt idx="1056">
                  <c:v>0.76727494931903695</c:v>
                </c:pt>
                <c:pt idx="1057">
                  <c:v>0.77739167707291601</c:v>
                </c:pt>
                <c:pt idx="1058">
                  <c:v>0.80349366616603501</c:v>
                </c:pt>
                <c:pt idx="1059">
                  <c:v>0.81351521933859505</c:v>
                </c:pt>
                <c:pt idx="1060">
                  <c:v>0.79974570319874605</c:v>
                </c:pt>
                <c:pt idx="1061">
                  <c:v>0.80435084460036399</c:v>
                </c:pt>
                <c:pt idx="1062">
                  <c:v>0.82195707832680998</c:v>
                </c:pt>
                <c:pt idx="1063">
                  <c:v>0.82132509206323201</c:v>
                </c:pt>
                <c:pt idx="1064">
                  <c:v>0.82435057929328104</c:v>
                </c:pt>
                <c:pt idx="1065">
                  <c:v>0.81994736958073799</c:v>
                </c:pt>
                <c:pt idx="1066">
                  <c:v>0.81340451596804497</c:v>
                </c:pt>
                <c:pt idx="1067">
                  <c:v>0.80959820813135597</c:v>
                </c:pt>
                <c:pt idx="1068">
                  <c:v>0.81782425251324697</c:v>
                </c:pt>
                <c:pt idx="1069">
                  <c:v>0.82304432276464501</c:v>
                </c:pt>
                <c:pt idx="1070">
                  <c:v>0.82329994204998802</c:v>
                </c:pt>
                <c:pt idx="1071">
                  <c:v>0.82162122902587498</c:v>
                </c:pt>
                <c:pt idx="1072">
                  <c:v>0.82445614439755999</c:v>
                </c:pt>
                <c:pt idx="1073">
                  <c:v>0.825261178619345</c:v>
                </c:pt>
                <c:pt idx="1074">
                  <c:v>0.83156472268122605</c:v>
                </c:pt>
                <c:pt idx="1075">
                  <c:v>0.82524399664125303</c:v>
                </c:pt>
                <c:pt idx="1076">
                  <c:v>0.81234727297695997</c:v>
                </c:pt>
                <c:pt idx="1077">
                  <c:v>0.81725741229868898</c:v>
                </c:pt>
                <c:pt idx="1078">
                  <c:v>0.82715531730801795</c:v>
                </c:pt>
                <c:pt idx="1079">
                  <c:v>0.84359447234423601</c:v>
                </c:pt>
                <c:pt idx="1080">
                  <c:v>0.84840808603560902</c:v>
                </c:pt>
                <c:pt idx="1081">
                  <c:v>0.85691176485923803</c:v>
                </c:pt>
                <c:pt idx="1082">
                  <c:v>0.86542886505118299</c:v>
                </c:pt>
                <c:pt idx="1083">
                  <c:v>0.86714916356623295</c:v>
                </c:pt>
                <c:pt idx="1084">
                  <c:v>0.87311728024592605</c:v>
                </c:pt>
                <c:pt idx="1085">
                  <c:v>0.87299469197808</c:v>
                </c:pt>
                <c:pt idx="1086">
                  <c:v>0.88480465970011102</c:v>
                </c:pt>
                <c:pt idx="1087">
                  <c:v>0.89362751306636401</c:v>
                </c:pt>
                <c:pt idx="1088">
                  <c:v>0.89882100198425097</c:v>
                </c:pt>
                <c:pt idx="1089">
                  <c:v>0.89899606372435104</c:v>
                </c:pt>
                <c:pt idx="1090">
                  <c:v>0.89640492928066695</c:v>
                </c:pt>
                <c:pt idx="1091">
                  <c:v>0.88599548366323999</c:v>
                </c:pt>
                <c:pt idx="1092">
                  <c:v>0.87652382809584295</c:v>
                </c:pt>
                <c:pt idx="1093">
                  <c:v>0.874883527306904</c:v>
                </c:pt>
                <c:pt idx="1094">
                  <c:v>0.89368103201099802</c:v>
                </c:pt>
                <c:pt idx="1095">
                  <c:v>0.86468602566682295</c:v>
                </c:pt>
                <c:pt idx="1096">
                  <c:v>0.87555631571396797</c:v>
                </c:pt>
                <c:pt idx="1097">
                  <c:v>0.88706346505031297</c:v>
                </c:pt>
                <c:pt idx="1098">
                  <c:v>0.88853426886630604</c:v>
                </c:pt>
                <c:pt idx="1099">
                  <c:v>0.87960018511869698</c:v>
                </c:pt>
                <c:pt idx="1100">
                  <c:v>0.86855787661937001</c:v>
                </c:pt>
                <c:pt idx="1101">
                  <c:v>0.85070282788253704</c:v>
                </c:pt>
                <c:pt idx="1102">
                  <c:v>0.86899738968073803</c:v>
                </c:pt>
                <c:pt idx="1103">
                  <c:v>0.85866971686569404</c:v>
                </c:pt>
                <c:pt idx="1104">
                  <c:v>0.85598475960243303</c:v>
                </c:pt>
                <c:pt idx="1105">
                  <c:v>0.85512866140054</c:v>
                </c:pt>
                <c:pt idx="1106">
                  <c:v>0.84395274256362895</c:v>
                </c:pt>
                <c:pt idx="1107">
                  <c:v>0.85216116063464198</c:v>
                </c:pt>
                <c:pt idx="1108">
                  <c:v>0.83934043968849503</c:v>
                </c:pt>
                <c:pt idx="1109">
                  <c:v>0.83738312776132195</c:v>
                </c:pt>
                <c:pt idx="1110">
                  <c:v>0.84185090207699398</c:v>
                </c:pt>
                <c:pt idx="1111">
                  <c:v>0.85778521158824705</c:v>
                </c:pt>
                <c:pt idx="1112">
                  <c:v>0.84963139628491702</c:v>
                </c:pt>
                <c:pt idx="1113">
                  <c:v>0.86923356423235898</c:v>
                </c:pt>
                <c:pt idx="1114">
                  <c:v>0.86897739081151304</c:v>
                </c:pt>
                <c:pt idx="1115">
                  <c:v>0.87537778857736204</c:v>
                </c:pt>
                <c:pt idx="1116">
                  <c:v>0.882958912537819</c:v>
                </c:pt>
                <c:pt idx="1117">
                  <c:v>0.89058758079828104</c:v>
                </c:pt>
                <c:pt idx="1118">
                  <c:v>0.896682522504191</c:v>
                </c:pt>
                <c:pt idx="1119">
                  <c:v>0.91270636359310497</c:v>
                </c:pt>
                <c:pt idx="1120">
                  <c:v>0.90858475113788795</c:v>
                </c:pt>
                <c:pt idx="1121">
                  <c:v>0.91742727086172304</c:v>
                </c:pt>
                <c:pt idx="1122">
                  <c:v>0.91919607479217103</c:v>
                </c:pt>
                <c:pt idx="1123">
                  <c:v>0.92129852958841796</c:v>
                </c:pt>
                <c:pt idx="1124">
                  <c:v>0.90878156267814902</c:v>
                </c:pt>
                <c:pt idx="1125">
                  <c:v>0.911364812222481</c:v>
                </c:pt>
                <c:pt idx="1126">
                  <c:v>0.90777536102043299</c:v>
                </c:pt>
                <c:pt idx="1127">
                  <c:v>0.91840830986269795</c:v>
                </c:pt>
                <c:pt idx="1128">
                  <c:v>0.90793051365347599</c:v>
                </c:pt>
                <c:pt idx="1129">
                  <c:v>0.90692998886607401</c:v>
                </c:pt>
                <c:pt idx="1130">
                  <c:v>0.91589879256893503</c:v>
                </c:pt>
                <c:pt idx="1131">
                  <c:v>0.91985582738055205</c:v>
                </c:pt>
                <c:pt idx="1132">
                  <c:v>0.91056147282853095</c:v>
                </c:pt>
                <c:pt idx="1133">
                  <c:v>0.90860058637881203</c:v>
                </c:pt>
                <c:pt idx="1134">
                  <c:v>0.89129935772365698</c:v>
                </c:pt>
                <c:pt idx="1135">
                  <c:v>0.88311555856770596</c:v>
                </c:pt>
                <c:pt idx="1136">
                  <c:v>0.896145355633861</c:v>
                </c:pt>
                <c:pt idx="1137">
                  <c:v>0.90422409554959104</c:v>
                </c:pt>
                <c:pt idx="1138">
                  <c:v>0.90945234360020399</c:v>
                </c:pt>
                <c:pt idx="1139">
                  <c:v>0.902460936435454</c:v>
                </c:pt>
                <c:pt idx="1140">
                  <c:v>0.875831597002795</c:v>
                </c:pt>
                <c:pt idx="1141">
                  <c:v>0.88215071870140904</c:v>
                </c:pt>
                <c:pt idx="1142">
                  <c:v>0.88579322473594002</c:v>
                </c:pt>
                <c:pt idx="1143">
                  <c:v>0.88608585950542496</c:v>
                </c:pt>
                <c:pt idx="1144">
                  <c:v>0.888500916755669</c:v>
                </c:pt>
                <c:pt idx="1145">
                  <c:v>0.89819127734132598</c:v>
                </c:pt>
                <c:pt idx="1146">
                  <c:v>0.90479973905218403</c:v>
                </c:pt>
                <c:pt idx="1147">
                  <c:v>0.89353284166452496</c:v>
                </c:pt>
                <c:pt idx="1148">
                  <c:v>0.890260645605498</c:v>
                </c:pt>
                <c:pt idx="1149">
                  <c:v>0.90480359229340401</c:v>
                </c:pt>
                <c:pt idx="1150">
                  <c:v>0.91181416204434995</c:v>
                </c:pt>
                <c:pt idx="1151">
                  <c:v>0.91104777492348599</c:v>
                </c:pt>
                <c:pt idx="1152">
                  <c:v>0.90044036833791097</c:v>
                </c:pt>
                <c:pt idx="1153">
                  <c:v>0.90834836878015002</c:v>
                </c:pt>
                <c:pt idx="1154">
                  <c:v>0.91729441852234594</c:v>
                </c:pt>
                <c:pt idx="1155">
                  <c:v>0.91678551639321704</c:v>
                </c:pt>
                <c:pt idx="1156">
                  <c:v>0.92972358284463397</c:v>
                </c:pt>
                <c:pt idx="1157">
                  <c:v>0.92154645458661499</c:v>
                </c:pt>
                <c:pt idx="1158">
                  <c:v>1.0082838471911699</c:v>
                </c:pt>
                <c:pt idx="1159">
                  <c:v>0.92800295833583302</c:v>
                </c:pt>
                <c:pt idx="1160">
                  <c:v>0.93712002356464197</c:v>
                </c:pt>
                <c:pt idx="1161">
                  <c:v>0.93697602596590601</c:v>
                </c:pt>
                <c:pt idx="1162">
                  <c:v>0.93860872228616099</c:v>
                </c:pt>
                <c:pt idx="1163">
                  <c:v>0.92624676594456401</c:v>
                </c:pt>
                <c:pt idx="1164">
                  <c:v>0.91415659158078899</c:v>
                </c:pt>
                <c:pt idx="1165">
                  <c:v>0.91692985842531705</c:v>
                </c:pt>
                <c:pt idx="1166">
                  <c:v>0.919631888288442</c:v>
                </c:pt>
                <c:pt idx="1167">
                  <c:v>0.90750490910228798</c:v>
                </c:pt>
                <c:pt idx="1168">
                  <c:v>0.90453907774545605</c:v>
                </c:pt>
                <c:pt idx="1169">
                  <c:v>0.91289524305305303</c:v>
                </c:pt>
                <c:pt idx="1170">
                  <c:v>0.91261040237621904</c:v>
                </c:pt>
                <c:pt idx="1171">
                  <c:v>0.90511060835625001</c:v>
                </c:pt>
                <c:pt idx="1172">
                  <c:v>0.89101686430151195</c:v>
                </c:pt>
                <c:pt idx="1173">
                  <c:v>0.91740146236370701</c:v>
                </c:pt>
                <c:pt idx="1174">
                  <c:v>0.91095656152084403</c:v>
                </c:pt>
                <c:pt idx="1175">
                  <c:v>0.91970225540567996</c:v>
                </c:pt>
                <c:pt idx="1176">
                  <c:v>0.92746003305510805</c:v>
                </c:pt>
                <c:pt idx="1177">
                  <c:v>0.93344915259745798</c:v>
                </c:pt>
                <c:pt idx="1178">
                  <c:v>0.93662024138217903</c:v>
                </c:pt>
                <c:pt idx="1179">
                  <c:v>0.96201627361480602</c:v>
                </c:pt>
                <c:pt idx="1180">
                  <c:v>0.95286065294843403</c:v>
                </c:pt>
                <c:pt idx="1181">
                  <c:v>0.94897704791375403</c:v>
                </c:pt>
                <c:pt idx="1182">
                  <c:v>0.94674902818519402</c:v>
                </c:pt>
                <c:pt idx="1183">
                  <c:v>0.94296689474129403</c:v>
                </c:pt>
                <c:pt idx="1184">
                  <c:v>0.964459302606272</c:v>
                </c:pt>
                <c:pt idx="1185">
                  <c:v>0.96483150611086499</c:v>
                </c:pt>
                <c:pt idx="1186">
                  <c:v>0.95834329535353902</c:v>
                </c:pt>
                <c:pt idx="1187">
                  <c:v>0.95281058758319803</c:v>
                </c:pt>
                <c:pt idx="1188">
                  <c:v>0.96460709084565299</c:v>
                </c:pt>
                <c:pt idx="1189">
                  <c:v>1.00149328105798</c:v>
                </c:pt>
                <c:pt idx="1190">
                  <c:v>1.0044036299071</c:v>
                </c:pt>
                <c:pt idx="1191">
                  <c:v>1.0247990444706101</c:v>
                </c:pt>
                <c:pt idx="1192">
                  <c:v>1.01835160571747</c:v>
                </c:pt>
                <c:pt idx="1193">
                  <c:v>1.02173448945921</c:v>
                </c:pt>
                <c:pt idx="1194">
                  <c:v>1.03910951092016</c:v>
                </c:pt>
                <c:pt idx="1195">
                  <c:v>1.0455810399237899</c:v>
                </c:pt>
                <c:pt idx="1196">
                  <c:v>1.0456783529400799</c:v>
                </c:pt>
                <c:pt idx="1197">
                  <c:v>1.0580842779175701</c:v>
                </c:pt>
                <c:pt idx="1198">
                  <c:v>1.05887234846919</c:v>
                </c:pt>
                <c:pt idx="1199">
                  <c:v>1.05282880614748</c:v>
                </c:pt>
                <c:pt idx="1200">
                  <c:v>1.0599691206733599</c:v>
                </c:pt>
                <c:pt idx="1201">
                  <c:v>1.0687613617249201</c:v>
                </c:pt>
                <c:pt idx="1202">
                  <c:v>1.06991614543291</c:v>
                </c:pt>
                <c:pt idx="1203">
                  <c:v>1.06561790554354</c:v>
                </c:pt>
                <c:pt idx="1204">
                  <c:v>1.0621004713740401</c:v>
                </c:pt>
                <c:pt idx="1205">
                  <c:v>1.0583969636641799</c:v>
                </c:pt>
                <c:pt idx="1206">
                  <c:v>1.0610072506719399</c:v>
                </c:pt>
                <c:pt idx="1207">
                  <c:v>1.0742010382079701</c:v>
                </c:pt>
                <c:pt idx="1208">
                  <c:v>1.0662038444816</c:v>
                </c:pt>
                <c:pt idx="1209">
                  <c:v>1.06888502155147</c:v>
                </c:pt>
                <c:pt idx="1210">
                  <c:v>1.08043650557894</c:v>
                </c:pt>
                <c:pt idx="1211">
                  <c:v>1.0846880113769599</c:v>
                </c:pt>
                <c:pt idx="1212">
                  <c:v>1.07581796193791</c:v>
                </c:pt>
                <c:pt idx="1213">
                  <c:v>1.0878570913066801</c:v>
                </c:pt>
                <c:pt idx="1214">
                  <c:v>1.0937925004981399</c:v>
                </c:pt>
                <c:pt idx="1215">
                  <c:v>1.0784565142896101</c:v>
                </c:pt>
                <c:pt idx="1216">
                  <c:v>1.0728360273545601</c:v>
                </c:pt>
                <c:pt idx="1217">
                  <c:v>1.0753201962599901</c:v>
                </c:pt>
                <c:pt idx="1218">
                  <c:v>1.0807182776831299</c:v>
                </c:pt>
                <c:pt idx="1219">
                  <c:v>1.08908533194246</c:v>
                </c:pt>
                <c:pt idx="1220">
                  <c:v>1.1065230077069801</c:v>
                </c:pt>
                <c:pt idx="1221">
                  <c:v>1.0995933561882001</c:v>
                </c:pt>
                <c:pt idx="1222">
                  <c:v>1.09674291721756</c:v>
                </c:pt>
                <c:pt idx="1223">
                  <c:v>1.1110918551142099</c:v>
                </c:pt>
                <c:pt idx="1224">
                  <c:v>1.13380383820169</c:v>
                </c:pt>
                <c:pt idx="1225">
                  <c:v>1.1200130453083399</c:v>
                </c:pt>
                <c:pt idx="1226">
                  <c:v>1.1070133932169299</c:v>
                </c:pt>
                <c:pt idx="1227">
                  <c:v>1.10230006268936</c:v>
                </c:pt>
                <c:pt idx="1228">
                  <c:v>1.08355969842281</c:v>
                </c:pt>
                <c:pt idx="1229">
                  <c:v>1.0909149972366701</c:v>
                </c:pt>
                <c:pt idx="1230">
                  <c:v>1.09736305717991</c:v>
                </c:pt>
                <c:pt idx="1231">
                  <c:v>1.09614637846396</c:v>
                </c:pt>
                <c:pt idx="1232">
                  <c:v>1.0948106404014999</c:v>
                </c:pt>
                <c:pt idx="1233">
                  <c:v>1.0984318838157501</c:v>
                </c:pt>
                <c:pt idx="1234">
                  <c:v>1.0799299919118901</c:v>
                </c:pt>
                <c:pt idx="1235">
                  <c:v>1.1108851833184099</c:v>
                </c:pt>
                <c:pt idx="1236">
                  <c:v>1.12616471276643</c:v>
                </c:pt>
                <c:pt idx="1237">
                  <c:v>1.12880457550142</c:v>
                </c:pt>
                <c:pt idx="1238">
                  <c:v>1.1347803555755001</c:v>
                </c:pt>
                <c:pt idx="1239">
                  <c:v>1.11803652765738</c:v>
                </c:pt>
                <c:pt idx="1240">
                  <c:v>1.12485860181053</c:v>
                </c:pt>
                <c:pt idx="1241">
                  <c:v>1.12614257830014</c:v>
                </c:pt>
                <c:pt idx="1242">
                  <c:v>1.1503990576532399</c:v>
                </c:pt>
                <c:pt idx="1243">
                  <c:v>1.1428894321538701</c:v>
                </c:pt>
                <c:pt idx="1244">
                  <c:v>1.1536621710850501</c:v>
                </c:pt>
                <c:pt idx="1245">
                  <c:v>1.15716875061689</c:v>
                </c:pt>
                <c:pt idx="1246">
                  <c:v>1.1639678509417599</c:v>
                </c:pt>
                <c:pt idx="1247">
                  <c:v>1.1847623698991101</c:v>
                </c:pt>
                <c:pt idx="1248">
                  <c:v>1.19508989350649</c:v>
                </c:pt>
                <c:pt idx="1249">
                  <c:v>1.1820045004172299</c:v>
                </c:pt>
                <c:pt idx="1250">
                  <c:v>1.18480871816918</c:v>
                </c:pt>
                <c:pt idx="1251">
                  <c:v>1.19814894715306</c:v>
                </c:pt>
                <c:pt idx="1252">
                  <c:v>1.1581749063576099</c:v>
                </c:pt>
                <c:pt idx="1253">
                  <c:v>1.1694072572027301</c:v>
                </c:pt>
                <c:pt idx="1254">
                  <c:v>1.18485232385277</c:v>
                </c:pt>
                <c:pt idx="1255">
                  <c:v>1.16281609500745</c:v>
                </c:pt>
                <c:pt idx="1256">
                  <c:v>1.11783613262716</c:v>
                </c:pt>
                <c:pt idx="1257">
                  <c:v>1.03028798161594</c:v>
                </c:pt>
                <c:pt idx="1258">
                  <c:v>1.09072995831731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96-4776-AD2A-2E97F22E47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47950656"/>
        <c:axId val="1147952096"/>
      </c:lineChart>
      <c:dateAx>
        <c:axId val="114795065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7952096"/>
        <c:crosses val="autoZero"/>
        <c:auto val="1"/>
        <c:lblOffset val="100"/>
        <c:baseTimeUnit val="days"/>
      </c:dateAx>
      <c:valAx>
        <c:axId val="1147952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7950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174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05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86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4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27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1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7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0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8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35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F518BF-5945-E055-4B8A-5C82524FEF8C}"/>
              </a:ext>
            </a:extLst>
          </p:cNvPr>
          <p:cNvSpPr/>
          <p:nvPr/>
        </p:nvSpPr>
        <p:spPr>
          <a:xfrm>
            <a:off x="0" y="0"/>
            <a:ext cx="6858000" cy="12154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b="1" dirty="0"/>
              <a:t>Macro Bloom Report</a:t>
            </a:r>
          </a:p>
          <a:p>
            <a:pPr algn="ctr"/>
            <a:r>
              <a:rPr lang="en-CA" sz="1600" dirty="0"/>
              <a:t>Survey ID: </a:t>
            </a:r>
            <a:r>
              <a:rPr lang="en-CA" sz="1600" i="1" dirty="0"/>
              <a:t>SURV-1748787980472-5100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F289283-7254-8294-41C1-1C98CD235B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552711"/>
              </p:ext>
            </p:extLst>
          </p:nvPr>
        </p:nvGraphicFramePr>
        <p:xfrm>
          <a:off x="4535472" y="7112622"/>
          <a:ext cx="2322528" cy="3376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09304511-52DB-3BFD-3462-D7323169EE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4552037"/>
              </p:ext>
            </p:extLst>
          </p:nvPr>
        </p:nvGraphicFramePr>
        <p:xfrm>
          <a:off x="0" y="7133061"/>
          <a:ext cx="2286000" cy="3356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24339CAD-3A75-0D96-7C8D-6DF27B4EEC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9609491"/>
              </p:ext>
            </p:extLst>
          </p:nvPr>
        </p:nvGraphicFramePr>
        <p:xfrm>
          <a:off x="2165602" y="7069873"/>
          <a:ext cx="2442118" cy="3419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F3806CCB-FE8A-F15B-9370-3A8EAB391714}"/>
              </a:ext>
            </a:extLst>
          </p:cNvPr>
          <p:cNvSpPr/>
          <p:nvPr/>
        </p:nvSpPr>
        <p:spPr>
          <a:xfrm>
            <a:off x="0" y="6380353"/>
            <a:ext cx="6858000" cy="646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Indicators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7218343D-69FB-4084-3724-21C65CC8FA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6747527"/>
              </p:ext>
            </p:extLst>
          </p:nvPr>
        </p:nvGraphicFramePr>
        <p:xfrm>
          <a:off x="178419" y="1510987"/>
          <a:ext cx="4572000" cy="1999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00514466-B1B4-0F2F-0C02-A341119033AA}"/>
              </a:ext>
            </a:extLst>
          </p:cNvPr>
          <p:cNvSpPr/>
          <p:nvPr/>
        </p:nvSpPr>
        <p:spPr>
          <a:xfrm>
            <a:off x="5062654" y="1780477"/>
            <a:ext cx="1616927" cy="131584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/>
              <a:t>   34%</a:t>
            </a:r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09AA5E0A-33B3-6B4B-311C-B38492FA351F}"/>
              </a:ext>
            </a:extLst>
          </p:cNvPr>
          <p:cNvSpPr/>
          <p:nvPr/>
        </p:nvSpPr>
        <p:spPr>
          <a:xfrm>
            <a:off x="6032809" y="2053681"/>
            <a:ext cx="423747" cy="769434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1D5E191A-0023-7025-E461-66F8615FE2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0555153"/>
              </p:ext>
            </p:extLst>
          </p:nvPr>
        </p:nvGraphicFramePr>
        <p:xfrm>
          <a:off x="89210" y="3661314"/>
          <a:ext cx="4728118" cy="25220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FF07154C-B83B-EE2B-EF91-AB8D605BFD08}"/>
              </a:ext>
            </a:extLst>
          </p:cNvPr>
          <p:cNvSpPr/>
          <p:nvPr/>
        </p:nvSpPr>
        <p:spPr>
          <a:xfrm>
            <a:off x="5029200" y="4239320"/>
            <a:ext cx="1616927" cy="131584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400" b="1" dirty="0"/>
              <a:t>   26%</a:t>
            </a:r>
          </a:p>
        </p:txBody>
      </p:sp>
      <p:sp>
        <p:nvSpPr>
          <p:cNvPr id="29" name="Arrow: Up 28">
            <a:extLst>
              <a:ext uri="{FF2B5EF4-FFF2-40B4-BE49-F238E27FC236}">
                <a16:creationId xmlns:a16="http://schemas.microsoft.com/office/drawing/2014/main" id="{F94365A5-4717-C5EA-0B03-7B830BDECAA6}"/>
              </a:ext>
            </a:extLst>
          </p:cNvPr>
          <p:cNvSpPr/>
          <p:nvPr/>
        </p:nvSpPr>
        <p:spPr>
          <a:xfrm>
            <a:off x="5999355" y="4512524"/>
            <a:ext cx="423747" cy="769434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8E5558-463C-665F-3C42-57E6F46D6610}"/>
              </a:ext>
            </a:extLst>
          </p:cNvPr>
          <p:cNvSpPr txBox="1"/>
          <p:nvPr/>
        </p:nvSpPr>
        <p:spPr>
          <a:xfrm>
            <a:off x="360498" y="10886551"/>
            <a:ext cx="6137003" cy="923330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Aptos Black" panose="020F0502020204030204" pitchFamily="34" charset="0"/>
                <a:cs typeface="Aldhabi" panose="020F0502020204030204" pitchFamily="2" charset="-78"/>
              </a:rPr>
              <a:t>Want to see the what’s invested in the new portfolio?</a:t>
            </a:r>
          </a:p>
          <a:p>
            <a:pPr algn="ctr"/>
            <a:r>
              <a:rPr lang="en-CA" dirty="0">
                <a:latin typeface="Aptos Black" panose="020F0502020204030204" pitchFamily="34" charset="0"/>
                <a:cs typeface="Aldhabi" panose="020F0502020204030204" pitchFamily="2" charset="-78"/>
              </a:rPr>
              <a:t>Enter Survey ID in link below</a:t>
            </a:r>
          </a:p>
          <a:p>
            <a:pPr algn="ctr"/>
            <a:r>
              <a:rPr lang="en-CA" dirty="0">
                <a:solidFill>
                  <a:schemeClr val="accent1">
                    <a:lumMod val="75000"/>
                  </a:schemeClr>
                </a:solidFill>
                <a:latin typeface="Aptos Black" panose="020F0502020204030204" pitchFamily="34" charset="0"/>
                <a:cs typeface="Aldhabi" panose="020F0502020204030204" pitchFamily="2" charset="-78"/>
              </a:rPr>
              <a:t>https://macrobloomanalytics.wordpress.com/</a:t>
            </a:r>
          </a:p>
        </p:txBody>
      </p:sp>
    </p:spTree>
    <p:extLst>
      <p:ext uri="{BB962C8B-B14F-4D97-AF65-F5344CB8AC3E}">
        <p14:creationId xmlns:p14="http://schemas.microsoft.com/office/powerpoint/2010/main" val="1578662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63</TotalTime>
  <Words>48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 Black</vt:lpstr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Oliver Khadra</cp:lastModifiedBy>
  <cp:revision>6</cp:revision>
  <dcterms:created xsi:type="dcterms:W3CDTF">2025-06-02T18:59:36Z</dcterms:created>
  <dcterms:modified xsi:type="dcterms:W3CDTF">2025-06-02T20:31:06Z</dcterms:modified>
</cp:coreProperties>
</file>